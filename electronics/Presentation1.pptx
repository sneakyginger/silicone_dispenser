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548" autoAdjust="0"/>
  </p:normalViewPr>
  <p:slideViewPr>
    <p:cSldViewPr snapToGrid="0">
      <p:cViewPr>
        <p:scale>
          <a:sx n="66" d="100"/>
          <a:sy n="66" d="100"/>
        </p:scale>
        <p:origin x="1330" y="2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6EE79-B762-EC81-19A2-26E363D0BF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096A2A-1877-FA72-56BE-9494A34AA4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EA970-D807-E0E8-1B18-795A72BA5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8D2112-9E86-1AD0-7BDB-AC776EA4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1E63D-9319-E504-5318-9C1F0E618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76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53B88-70E3-50F6-4932-F82C1E125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566D8-EB9C-6BEF-AFB7-2A76CD660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D702C-B821-AB80-8BB1-832FE559A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53E4E-7159-5933-DAC3-23BF0239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7A1E6-E9C5-2390-14C9-D42CAA832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59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4142F-1B6E-83BE-E90F-E34F5294E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AF2C0-1BDC-F4AE-17DE-1D43843C5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A9D2A-C086-9E9C-01C6-9ACEC907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9A78C-E7D8-9FB3-1B0E-D5FA99954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B74DB-5079-D565-8182-32959CB74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04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CE0D-7D20-4D09-4E5A-A98469AF0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DE7F3-C433-3783-5158-07426B1075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F37AD-9EC6-F4E4-CC6E-928404E2E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0C0A1-EABA-F5B3-5DA6-2ED1ADBD0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593F42-3FE5-FC4D-0172-D89DB4CAB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ACE64B-FE96-FA20-B304-8922B3B97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939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9BC61-F808-98EA-3DCA-9395EA05E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34207-FBDD-0AC6-479F-8B42B2990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C49E2B-3979-8E42-4272-9B7171B282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4B3F08-C6C2-1FCD-C4DD-474498711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A8CCCF-0B6B-7C4F-DFA5-B22A8D282C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D0B726-B90B-4172-4255-51390D685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44B35B-E443-6118-516E-2ADFC01D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35CF54-07CF-A913-4802-555FC3F1F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12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FDE7A-F065-7009-52B6-4605F74F0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2468A3-9801-B3F6-C790-49E26E3BC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73FDF2-A911-9E20-E731-56489CE11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B4DF8-323F-B4A2-60BB-35A50A87A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853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05B9C-B71F-99F5-54E4-91C43AED7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380581-8E59-880C-8486-7576B840C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519FC-0468-2227-4E2B-AC4FF112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50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90DD-4026-6F95-D549-3C706822A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09269-E162-120C-782F-BE18C541F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5D8D2-4FE7-F5B9-F025-DEC9F289E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1258E-3DEE-9DFE-0AE5-2F444CEF3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1EEB08-FA9B-AB0B-0070-588E86EA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AE18DF-356B-7E75-BAEE-A73B5C854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58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AA994-1CEE-3719-78B2-AB5BBA977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46CD72-C8CC-E12F-9A06-16AEBDEB9F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34E0B-9BDF-C1E0-1BDC-EFCFC07AB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894A1-2C3C-A5FD-C66F-2743EBB4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679CDF-00CC-2FA7-807D-EB535C6A9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50FC3-CAC4-C3CD-B3EF-2ED5FAB71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66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19391-BE62-1F39-96EC-8B6A55A97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31431A-16F6-8C1B-0D4F-FA05F30D19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576C3-6508-0C9B-6F9A-F3B1F1608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FBBFE-FB75-D277-7E40-0487AA83B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1547D-A5A2-265B-4170-0BD807805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36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CD41D3-94F2-B92E-0599-9BEB0B6569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10D797-08B4-D244-E0CB-21452FACC1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48D63-B424-F50A-8C91-37B803A4D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A7BEA-A77B-C13F-D751-4545D35C6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C4DBD-4808-1B34-AC2C-893BED9C0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874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C6337-73E7-88C4-EBDF-83F22F609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767DE-4509-ED73-A05F-309ADD749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5A339-288C-9DAB-41DA-074AC53067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B105B9-8938-42F6-A697-B5E234FE23EA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65B656-BAA4-649F-B0BA-DF58B6D0EC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9179E6-835F-2355-3D9E-2942A28E6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2CF38-7593-4EAA-9796-C66253A1E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27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2212D3D3-7A1F-70B1-32E4-9293223606A5}"/>
              </a:ext>
            </a:extLst>
          </p:cNvPr>
          <p:cNvCxnSpPr>
            <a:cxnSpLocks/>
          </p:cNvCxnSpPr>
          <p:nvPr/>
        </p:nvCxnSpPr>
        <p:spPr>
          <a:xfrm>
            <a:off x="9239549" y="394335"/>
            <a:ext cx="1957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01DE05E4-0123-9E4B-7E36-8F31C38B3914}"/>
              </a:ext>
            </a:extLst>
          </p:cNvPr>
          <p:cNvCxnSpPr>
            <a:cxnSpLocks/>
          </p:cNvCxnSpPr>
          <p:nvPr/>
        </p:nvCxnSpPr>
        <p:spPr>
          <a:xfrm>
            <a:off x="9239549" y="487680"/>
            <a:ext cx="1860251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0" name="Picture 89">
            <a:extLst>
              <a:ext uri="{FF2B5EF4-FFF2-40B4-BE49-F238E27FC236}">
                <a16:creationId xmlns:a16="http://schemas.microsoft.com/office/drawing/2014/main" id="{B16E0F5A-7F48-DC5C-FE41-660B14B1D0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942" y="166801"/>
            <a:ext cx="1382487" cy="9724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55DA3E-0450-978B-FCCA-AF19A95D5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384" y="352426"/>
            <a:ext cx="508374" cy="655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3647C67-9825-FD25-7EF4-7F1DF5D03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5056964" y="3476551"/>
            <a:ext cx="1752241" cy="26357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5EAE06C-96C2-6B4D-153B-132FC5B92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070" y="239192"/>
            <a:ext cx="1776370" cy="17093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115191BC-A521-0746-712A-C36949CFFC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839" y="279834"/>
            <a:ext cx="846704" cy="829938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8DF73C5-EA4B-4418-DEEB-D37C141F75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67110" y="279834"/>
            <a:ext cx="846704" cy="829938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4C92CBA-2C3E-5866-3EAC-09619A9F59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1381" y="279834"/>
            <a:ext cx="846704" cy="82993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63E9702-C249-4C42-7B5E-D95A4D9BB8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5652" y="279834"/>
            <a:ext cx="846704" cy="829938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AB11277D-482F-BE9E-A51C-25074D67BB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09537" y="5197520"/>
            <a:ext cx="883760" cy="149367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6AF3D0F-6C7B-0CAB-2B25-E6D326BB18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1080" y="3236544"/>
            <a:ext cx="1514890" cy="87058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26049EBF-6D3A-7CD7-51CA-25F26A4B04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78404" y="5770371"/>
            <a:ext cx="601077" cy="609091"/>
          </a:xfrm>
          <a:prstGeom prst="rect">
            <a:avLst/>
          </a:prstGeom>
        </p:spPr>
      </p:pic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A5A185C-F6C2-B0E8-43B4-2FDF71410A66}"/>
              </a:ext>
            </a:extLst>
          </p:cNvPr>
          <p:cNvCxnSpPr>
            <a:cxnSpLocks/>
          </p:cNvCxnSpPr>
          <p:nvPr/>
        </p:nvCxnSpPr>
        <p:spPr>
          <a:xfrm rot="10800000">
            <a:off x="9252588" y="563882"/>
            <a:ext cx="508633" cy="41908"/>
          </a:xfrm>
          <a:prstGeom prst="bentConnector3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58FE2E3D-B58B-7048-E11B-9DF30A6093EC}"/>
              </a:ext>
            </a:extLst>
          </p:cNvPr>
          <p:cNvCxnSpPr>
            <a:cxnSpLocks/>
          </p:cNvCxnSpPr>
          <p:nvPr/>
        </p:nvCxnSpPr>
        <p:spPr>
          <a:xfrm rot="10800000">
            <a:off x="9247568" y="651050"/>
            <a:ext cx="525083" cy="460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4A17DE69-182E-4FCC-3419-D90CEA12CBDF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41079" y="702944"/>
            <a:ext cx="529667" cy="28517"/>
          </a:xfrm>
          <a:prstGeom prst="bentConnector3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9F94E1F2-CB88-5940-EAEA-448AA0D346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39549" y="752475"/>
            <a:ext cx="542626" cy="6477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80F2F5B3-C2E2-006D-3128-B1171F37E615}"/>
              </a:ext>
            </a:extLst>
          </p:cNvPr>
          <p:cNvCxnSpPr/>
          <p:nvPr/>
        </p:nvCxnSpPr>
        <p:spPr>
          <a:xfrm flipH="1">
            <a:off x="8673465" y="815340"/>
            <a:ext cx="14287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0CF6C78A-D978-538B-5CDF-5CDE86CEB180}"/>
              </a:ext>
            </a:extLst>
          </p:cNvPr>
          <p:cNvCxnSpPr/>
          <p:nvPr/>
        </p:nvCxnSpPr>
        <p:spPr>
          <a:xfrm flipH="1">
            <a:off x="8673465" y="742949"/>
            <a:ext cx="14287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464C9E3-F016-D4BA-8CD1-29ED93E19758}"/>
              </a:ext>
            </a:extLst>
          </p:cNvPr>
          <p:cNvCxnSpPr>
            <a:cxnSpLocks/>
          </p:cNvCxnSpPr>
          <p:nvPr/>
        </p:nvCxnSpPr>
        <p:spPr>
          <a:xfrm>
            <a:off x="8681085" y="742949"/>
            <a:ext cx="3810" cy="7619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F1B8021D-18A9-DAD1-08C8-61F339A9D82A}"/>
              </a:ext>
            </a:extLst>
          </p:cNvPr>
          <p:cNvCxnSpPr>
            <a:cxnSpLocks/>
          </p:cNvCxnSpPr>
          <p:nvPr/>
        </p:nvCxnSpPr>
        <p:spPr>
          <a:xfrm>
            <a:off x="9239549" y="906780"/>
            <a:ext cx="2854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C98162DF-DCCC-258B-19CC-597B3481B790}"/>
              </a:ext>
            </a:extLst>
          </p:cNvPr>
          <p:cNvCxnSpPr>
            <a:cxnSpLocks/>
          </p:cNvCxnSpPr>
          <p:nvPr/>
        </p:nvCxnSpPr>
        <p:spPr>
          <a:xfrm>
            <a:off x="9525000" y="895350"/>
            <a:ext cx="0" cy="3219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403909EF-C9E0-0DCC-8A01-42C811FE96B0}"/>
              </a:ext>
            </a:extLst>
          </p:cNvPr>
          <p:cNvCxnSpPr>
            <a:cxnSpLocks/>
          </p:cNvCxnSpPr>
          <p:nvPr/>
        </p:nvCxnSpPr>
        <p:spPr>
          <a:xfrm>
            <a:off x="8587105" y="1212642"/>
            <a:ext cx="9459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ACA4EDFE-5635-34DE-B6C1-1C41BC1E4A0E}"/>
              </a:ext>
            </a:extLst>
          </p:cNvPr>
          <p:cNvCxnSpPr>
            <a:cxnSpLocks/>
          </p:cNvCxnSpPr>
          <p:nvPr/>
        </p:nvCxnSpPr>
        <p:spPr>
          <a:xfrm>
            <a:off x="8587105" y="487680"/>
            <a:ext cx="0" cy="7497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AFCD9D91-BFEF-32FE-6512-DEC61F4AF368}"/>
              </a:ext>
            </a:extLst>
          </p:cNvPr>
          <p:cNvCxnSpPr>
            <a:cxnSpLocks/>
          </p:cNvCxnSpPr>
          <p:nvPr/>
        </p:nvCxnSpPr>
        <p:spPr>
          <a:xfrm>
            <a:off x="8587105" y="988695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9B9EBD5-7026-1F0C-959A-F9B18E4D2E23}"/>
              </a:ext>
            </a:extLst>
          </p:cNvPr>
          <p:cNvCxnSpPr>
            <a:cxnSpLocks/>
          </p:cNvCxnSpPr>
          <p:nvPr/>
        </p:nvCxnSpPr>
        <p:spPr>
          <a:xfrm>
            <a:off x="8581390" y="487680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B93E2E0-EBD7-E31A-8DF4-392CF2D3D869}"/>
              </a:ext>
            </a:extLst>
          </p:cNvPr>
          <p:cNvCxnSpPr>
            <a:cxnSpLocks/>
          </p:cNvCxnSpPr>
          <p:nvPr/>
        </p:nvCxnSpPr>
        <p:spPr>
          <a:xfrm>
            <a:off x="8578850" y="571500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6F4DFCFC-EDC3-27EF-1E96-6D9AB1A33C73}"/>
              </a:ext>
            </a:extLst>
          </p:cNvPr>
          <p:cNvCxnSpPr>
            <a:cxnSpLocks/>
          </p:cNvCxnSpPr>
          <p:nvPr/>
        </p:nvCxnSpPr>
        <p:spPr>
          <a:xfrm>
            <a:off x="9239549" y="988695"/>
            <a:ext cx="1584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5B718C56-48E6-F39D-B5E2-3F284D1FC67F}"/>
              </a:ext>
            </a:extLst>
          </p:cNvPr>
          <p:cNvCxnSpPr>
            <a:cxnSpLocks/>
          </p:cNvCxnSpPr>
          <p:nvPr/>
        </p:nvCxnSpPr>
        <p:spPr>
          <a:xfrm>
            <a:off x="9395460" y="972858"/>
            <a:ext cx="0" cy="136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7AB77F5E-5088-F104-6265-C8315DB94A59}"/>
              </a:ext>
            </a:extLst>
          </p:cNvPr>
          <p:cNvCxnSpPr>
            <a:cxnSpLocks/>
          </p:cNvCxnSpPr>
          <p:nvPr/>
        </p:nvCxnSpPr>
        <p:spPr>
          <a:xfrm>
            <a:off x="8404860" y="1109772"/>
            <a:ext cx="10011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F55C9296-F177-57CE-144B-7815C8302D29}"/>
              </a:ext>
            </a:extLst>
          </p:cNvPr>
          <p:cNvCxnSpPr>
            <a:cxnSpLocks/>
          </p:cNvCxnSpPr>
          <p:nvPr/>
        </p:nvCxnSpPr>
        <p:spPr>
          <a:xfrm flipH="1">
            <a:off x="8041640" y="906780"/>
            <a:ext cx="777240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61CB59D-8986-EAB1-5AE6-5EA7F416B285}"/>
              </a:ext>
            </a:extLst>
          </p:cNvPr>
          <p:cNvCxnSpPr>
            <a:cxnSpLocks/>
          </p:cNvCxnSpPr>
          <p:nvPr/>
        </p:nvCxnSpPr>
        <p:spPr>
          <a:xfrm>
            <a:off x="9239113" y="1441445"/>
            <a:ext cx="1957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9785139E-8D66-A840-2C10-AF5B2E4482EB}"/>
              </a:ext>
            </a:extLst>
          </p:cNvPr>
          <p:cNvCxnSpPr>
            <a:cxnSpLocks/>
          </p:cNvCxnSpPr>
          <p:nvPr/>
        </p:nvCxnSpPr>
        <p:spPr>
          <a:xfrm>
            <a:off x="9239113" y="1534790"/>
            <a:ext cx="1850527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3" name="Picture 122">
            <a:extLst>
              <a:ext uri="{FF2B5EF4-FFF2-40B4-BE49-F238E27FC236}">
                <a16:creationId xmlns:a16="http://schemas.microsoft.com/office/drawing/2014/main" id="{B86A3F97-5076-6D07-AF00-78C0127E7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506" y="1213911"/>
            <a:ext cx="1382487" cy="972427"/>
          </a:xfrm>
          <a:prstGeom prst="rect">
            <a:avLst/>
          </a:prstGeom>
        </p:spPr>
      </p:pic>
      <p:pic>
        <p:nvPicPr>
          <p:cNvPr id="124" name="Picture 123">
            <a:extLst>
              <a:ext uri="{FF2B5EF4-FFF2-40B4-BE49-F238E27FC236}">
                <a16:creationId xmlns:a16="http://schemas.microsoft.com/office/drawing/2014/main" id="{286D3F26-9C69-13C3-DE92-AB8419951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4948" y="1399536"/>
            <a:ext cx="508374" cy="655237"/>
          </a:xfrm>
          <a:prstGeom prst="rect">
            <a:avLst/>
          </a:prstGeom>
        </p:spPr>
      </p:pic>
      <p:cxnSp>
        <p:nvCxnSpPr>
          <p:cNvPr id="125" name="Connector: Elbow 124">
            <a:extLst>
              <a:ext uri="{FF2B5EF4-FFF2-40B4-BE49-F238E27FC236}">
                <a16:creationId xmlns:a16="http://schemas.microsoft.com/office/drawing/2014/main" id="{A9CE7941-7940-63D3-A1EE-77E8724EE483}"/>
              </a:ext>
            </a:extLst>
          </p:cNvPr>
          <p:cNvCxnSpPr>
            <a:cxnSpLocks/>
          </p:cNvCxnSpPr>
          <p:nvPr/>
        </p:nvCxnSpPr>
        <p:spPr>
          <a:xfrm rot="10800000">
            <a:off x="9252152" y="1610992"/>
            <a:ext cx="508633" cy="41908"/>
          </a:xfrm>
          <a:prstGeom prst="bentConnector3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4DE0780C-1641-A289-3141-92F2F7346014}"/>
              </a:ext>
            </a:extLst>
          </p:cNvPr>
          <p:cNvCxnSpPr>
            <a:cxnSpLocks/>
          </p:cNvCxnSpPr>
          <p:nvPr/>
        </p:nvCxnSpPr>
        <p:spPr>
          <a:xfrm rot="10800000">
            <a:off x="9247132" y="1698160"/>
            <a:ext cx="525083" cy="460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1D1F7F59-E29E-D7D5-4E52-A31EDF48B7EA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40643" y="1750054"/>
            <a:ext cx="529667" cy="28517"/>
          </a:xfrm>
          <a:prstGeom prst="bentConnector3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654C7F68-B308-B016-4250-2F67994E8069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39113" y="1799585"/>
            <a:ext cx="542626" cy="6477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B3261131-5E59-EEE2-E347-FF4622727738}"/>
              </a:ext>
            </a:extLst>
          </p:cNvPr>
          <p:cNvCxnSpPr>
            <a:cxnSpLocks/>
          </p:cNvCxnSpPr>
          <p:nvPr/>
        </p:nvCxnSpPr>
        <p:spPr>
          <a:xfrm flipH="1">
            <a:off x="8673029" y="1862450"/>
            <a:ext cx="14287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FCAF95E6-AC2B-35F9-FE6F-6A9F71A210F5}"/>
              </a:ext>
            </a:extLst>
          </p:cNvPr>
          <p:cNvCxnSpPr>
            <a:cxnSpLocks/>
          </p:cNvCxnSpPr>
          <p:nvPr/>
        </p:nvCxnSpPr>
        <p:spPr>
          <a:xfrm flipH="1">
            <a:off x="8673029" y="1790059"/>
            <a:ext cx="14287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91A616B0-6760-97A1-441F-8D5C3C6EE2F7}"/>
              </a:ext>
            </a:extLst>
          </p:cNvPr>
          <p:cNvCxnSpPr>
            <a:cxnSpLocks/>
          </p:cNvCxnSpPr>
          <p:nvPr/>
        </p:nvCxnSpPr>
        <p:spPr>
          <a:xfrm>
            <a:off x="8680649" y="1790059"/>
            <a:ext cx="3810" cy="7619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B20733C8-AE64-5FA5-D309-1947EE6BC466}"/>
              </a:ext>
            </a:extLst>
          </p:cNvPr>
          <p:cNvCxnSpPr>
            <a:cxnSpLocks/>
          </p:cNvCxnSpPr>
          <p:nvPr/>
        </p:nvCxnSpPr>
        <p:spPr>
          <a:xfrm>
            <a:off x="9239113" y="1953890"/>
            <a:ext cx="2854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9877456-3789-365E-5D17-BCAFBB8B1038}"/>
              </a:ext>
            </a:extLst>
          </p:cNvPr>
          <p:cNvCxnSpPr>
            <a:cxnSpLocks/>
          </p:cNvCxnSpPr>
          <p:nvPr/>
        </p:nvCxnSpPr>
        <p:spPr>
          <a:xfrm>
            <a:off x="9524564" y="1942460"/>
            <a:ext cx="0" cy="3219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CB3BA7C2-E57C-4DA2-C72B-636AA65E9197}"/>
              </a:ext>
            </a:extLst>
          </p:cNvPr>
          <p:cNvCxnSpPr>
            <a:cxnSpLocks/>
          </p:cNvCxnSpPr>
          <p:nvPr/>
        </p:nvCxnSpPr>
        <p:spPr>
          <a:xfrm>
            <a:off x="8586669" y="2259752"/>
            <a:ext cx="9459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B47D2FF5-477E-31F2-2C21-0CA1EF6163DB}"/>
              </a:ext>
            </a:extLst>
          </p:cNvPr>
          <p:cNvCxnSpPr>
            <a:cxnSpLocks/>
          </p:cNvCxnSpPr>
          <p:nvPr/>
        </p:nvCxnSpPr>
        <p:spPr>
          <a:xfrm>
            <a:off x="8586669" y="1534790"/>
            <a:ext cx="0" cy="7497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8292511F-FC52-9C63-67A9-9099A73035BC}"/>
              </a:ext>
            </a:extLst>
          </p:cNvPr>
          <p:cNvCxnSpPr>
            <a:cxnSpLocks/>
          </p:cNvCxnSpPr>
          <p:nvPr/>
        </p:nvCxnSpPr>
        <p:spPr>
          <a:xfrm>
            <a:off x="8586669" y="2035805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0C5CCD7E-1366-1E8E-AFB5-9F6625E64325}"/>
              </a:ext>
            </a:extLst>
          </p:cNvPr>
          <p:cNvCxnSpPr>
            <a:cxnSpLocks/>
          </p:cNvCxnSpPr>
          <p:nvPr/>
        </p:nvCxnSpPr>
        <p:spPr>
          <a:xfrm>
            <a:off x="8580954" y="1534790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939BA5CB-3DCC-668C-637E-13D2628E4BF0}"/>
              </a:ext>
            </a:extLst>
          </p:cNvPr>
          <p:cNvCxnSpPr>
            <a:cxnSpLocks/>
          </p:cNvCxnSpPr>
          <p:nvPr/>
        </p:nvCxnSpPr>
        <p:spPr>
          <a:xfrm>
            <a:off x="8578414" y="1618610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7E93AA0-5A05-F3CC-1853-302138BCE3CD}"/>
              </a:ext>
            </a:extLst>
          </p:cNvPr>
          <p:cNvCxnSpPr>
            <a:cxnSpLocks/>
          </p:cNvCxnSpPr>
          <p:nvPr/>
        </p:nvCxnSpPr>
        <p:spPr>
          <a:xfrm>
            <a:off x="9239113" y="2035805"/>
            <a:ext cx="1584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82280D6-DDEC-D558-D8EC-AB25AC395A75}"/>
              </a:ext>
            </a:extLst>
          </p:cNvPr>
          <p:cNvCxnSpPr>
            <a:cxnSpLocks/>
          </p:cNvCxnSpPr>
          <p:nvPr/>
        </p:nvCxnSpPr>
        <p:spPr>
          <a:xfrm>
            <a:off x="9395024" y="2019968"/>
            <a:ext cx="0" cy="136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7088506-937C-D74F-3141-69AFFCD5C2C1}"/>
              </a:ext>
            </a:extLst>
          </p:cNvPr>
          <p:cNvCxnSpPr>
            <a:cxnSpLocks/>
          </p:cNvCxnSpPr>
          <p:nvPr/>
        </p:nvCxnSpPr>
        <p:spPr>
          <a:xfrm flipV="1">
            <a:off x="8404860" y="2156882"/>
            <a:ext cx="1000723" cy="23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B78126A0-78BB-1E88-8C5B-624C5A30773B}"/>
              </a:ext>
            </a:extLst>
          </p:cNvPr>
          <p:cNvCxnSpPr>
            <a:cxnSpLocks/>
          </p:cNvCxnSpPr>
          <p:nvPr/>
        </p:nvCxnSpPr>
        <p:spPr>
          <a:xfrm flipH="1">
            <a:off x="8041204" y="1953890"/>
            <a:ext cx="777240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8268D5FE-7B49-9B95-DAD2-7D2C86DB6458}"/>
              </a:ext>
            </a:extLst>
          </p:cNvPr>
          <p:cNvCxnSpPr>
            <a:cxnSpLocks/>
          </p:cNvCxnSpPr>
          <p:nvPr/>
        </p:nvCxnSpPr>
        <p:spPr>
          <a:xfrm>
            <a:off x="9239549" y="2573655"/>
            <a:ext cx="1957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417AE34E-42EE-986D-528C-14397D37E980}"/>
              </a:ext>
            </a:extLst>
          </p:cNvPr>
          <p:cNvCxnSpPr>
            <a:cxnSpLocks/>
          </p:cNvCxnSpPr>
          <p:nvPr/>
        </p:nvCxnSpPr>
        <p:spPr>
          <a:xfrm>
            <a:off x="9239549" y="2667000"/>
            <a:ext cx="1850091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5" name="Picture 164">
            <a:extLst>
              <a:ext uri="{FF2B5EF4-FFF2-40B4-BE49-F238E27FC236}">
                <a16:creationId xmlns:a16="http://schemas.microsoft.com/office/drawing/2014/main" id="{517B4FB9-0FD7-74F4-D1C4-BD6B443DF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942" y="2346121"/>
            <a:ext cx="1382487" cy="972427"/>
          </a:xfrm>
          <a:prstGeom prst="rect">
            <a:avLst/>
          </a:prstGeom>
        </p:spPr>
      </p:pic>
      <p:pic>
        <p:nvPicPr>
          <p:cNvPr id="166" name="Picture 165">
            <a:extLst>
              <a:ext uri="{FF2B5EF4-FFF2-40B4-BE49-F238E27FC236}">
                <a16:creationId xmlns:a16="http://schemas.microsoft.com/office/drawing/2014/main" id="{27847FBC-F4B6-24B2-8452-84190FBFB1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384" y="2531746"/>
            <a:ext cx="508374" cy="655237"/>
          </a:xfrm>
          <a:prstGeom prst="rect">
            <a:avLst/>
          </a:prstGeom>
        </p:spPr>
      </p:pic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CD28D859-616D-1D77-917C-62B5DA9841F3}"/>
              </a:ext>
            </a:extLst>
          </p:cNvPr>
          <p:cNvCxnSpPr>
            <a:cxnSpLocks/>
          </p:cNvCxnSpPr>
          <p:nvPr/>
        </p:nvCxnSpPr>
        <p:spPr>
          <a:xfrm rot="10800000">
            <a:off x="9252588" y="2743202"/>
            <a:ext cx="508633" cy="41908"/>
          </a:xfrm>
          <a:prstGeom prst="bentConnector3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: Elbow 167">
            <a:extLst>
              <a:ext uri="{FF2B5EF4-FFF2-40B4-BE49-F238E27FC236}">
                <a16:creationId xmlns:a16="http://schemas.microsoft.com/office/drawing/2014/main" id="{1C4CBBF7-65F3-5C03-07F1-C4047B597E6B}"/>
              </a:ext>
            </a:extLst>
          </p:cNvPr>
          <p:cNvCxnSpPr>
            <a:cxnSpLocks/>
          </p:cNvCxnSpPr>
          <p:nvPr/>
        </p:nvCxnSpPr>
        <p:spPr>
          <a:xfrm rot="10800000">
            <a:off x="9247568" y="2830370"/>
            <a:ext cx="525083" cy="460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: Elbow 168">
            <a:extLst>
              <a:ext uri="{FF2B5EF4-FFF2-40B4-BE49-F238E27FC236}">
                <a16:creationId xmlns:a16="http://schemas.microsoft.com/office/drawing/2014/main" id="{AB207722-4131-710A-6CD0-8A7891566BBA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41079" y="2882264"/>
            <a:ext cx="529667" cy="28517"/>
          </a:xfrm>
          <a:prstGeom prst="bentConnector3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: Elbow 169">
            <a:extLst>
              <a:ext uri="{FF2B5EF4-FFF2-40B4-BE49-F238E27FC236}">
                <a16:creationId xmlns:a16="http://schemas.microsoft.com/office/drawing/2014/main" id="{47FE3D19-8250-FA04-A600-E0178852AB1C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39549" y="2931795"/>
            <a:ext cx="542626" cy="6477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B17F5204-5DB8-85F0-6CAC-435F705094B1}"/>
              </a:ext>
            </a:extLst>
          </p:cNvPr>
          <p:cNvCxnSpPr/>
          <p:nvPr/>
        </p:nvCxnSpPr>
        <p:spPr>
          <a:xfrm flipH="1">
            <a:off x="8673465" y="2994660"/>
            <a:ext cx="14287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>
            <a:extLst>
              <a:ext uri="{FF2B5EF4-FFF2-40B4-BE49-F238E27FC236}">
                <a16:creationId xmlns:a16="http://schemas.microsoft.com/office/drawing/2014/main" id="{2E0679EA-2CC5-412E-B2A1-71112E6B53FC}"/>
              </a:ext>
            </a:extLst>
          </p:cNvPr>
          <p:cNvCxnSpPr/>
          <p:nvPr/>
        </p:nvCxnSpPr>
        <p:spPr>
          <a:xfrm flipH="1">
            <a:off x="8673465" y="2922269"/>
            <a:ext cx="14287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E25D1B58-759A-FBAF-3282-91A8DBEE35E3}"/>
              </a:ext>
            </a:extLst>
          </p:cNvPr>
          <p:cNvCxnSpPr>
            <a:cxnSpLocks/>
          </p:cNvCxnSpPr>
          <p:nvPr/>
        </p:nvCxnSpPr>
        <p:spPr>
          <a:xfrm>
            <a:off x="8681085" y="2922269"/>
            <a:ext cx="3810" cy="7619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6F28124E-5519-A544-39D5-CF3D64B4635E}"/>
              </a:ext>
            </a:extLst>
          </p:cNvPr>
          <p:cNvCxnSpPr>
            <a:cxnSpLocks/>
          </p:cNvCxnSpPr>
          <p:nvPr/>
        </p:nvCxnSpPr>
        <p:spPr>
          <a:xfrm>
            <a:off x="9239549" y="3086100"/>
            <a:ext cx="2854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38B071FF-989D-A5EA-127C-81760DC2C922}"/>
              </a:ext>
            </a:extLst>
          </p:cNvPr>
          <p:cNvCxnSpPr>
            <a:cxnSpLocks/>
          </p:cNvCxnSpPr>
          <p:nvPr/>
        </p:nvCxnSpPr>
        <p:spPr>
          <a:xfrm>
            <a:off x="9525000" y="3074670"/>
            <a:ext cx="0" cy="3219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B18DFA4B-A156-D78D-26BA-3C6667409A7F}"/>
              </a:ext>
            </a:extLst>
          </p:cNvPr>
          <p:cNvCxnSpPr>
            <a:cxnSpLocks/>
          </p:cNvCxnSpPr>
          <p:nvPr/>
        </p:nvCxnSpPr>
        <p:spPr>
          <a:xfrm>
            <a:off x="8587105" y="3391962"/>
            <a:ext cx="9459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43861DD5-E199-0C9F-0307-1DB4D88520EC}"/>
              </a:ext>
            </a:extLst>
          </p:cNvPr>
          <p:cNvCxnSpPr>
            <a:cxnSpLocks/>
          </p:cNvCxnSpPr>
          <p:nvPr/>
        </p:nvCxnSpPr>
        <p:spPr>
          <a:xfrm>
            <a:off x="8587105" y="2667000"/>
            <a:ext cx="0" cy="7497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52716CD0-AF85-27BF-52CB-34E6AE6158D9}"/>
              </a:ext>
            </a:extLst>
          </p:cNvPr>
          <p:cNvCxnSpPr>
            <a:cxnSpLocks/>
          </p:cNvCxnSpPr>
          <p:nvPr/>
        </p:nvCxnSpPr>
        <p:spPr>
          <a:xfrm>
            <a:off x="8587105" y="3168015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A7DA7AE-303F-34EE-985D-E7AAD597E37C}"/>
              </a:ext>
            </a:extLst>
          </p:cNvPr>
          <p:cNvCxnSpPr>
            <a:cxnSpLocks/>
          </p:cNvCxnSpPr>
          <p:nvPr/>
        </p:nvCxnSpPr>
        <p:spPr>
          <a:xfrm>
            <a:off x="8581390" y="2667000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D22C1401-5A3B-B754-291F-434DB62A5E4F}"/>
              </a:ext>
            </a:extLst>
          </p:cNvPr>
          <p:cNvCxnSpPr>
            <a:cxnSpLocks/>
          </p:cNvCxnSpPr>
          <p:nvPr/>
        </p:nvCxnSpPr>
        <p:spPr>
          <a:xfrm>
            <a:off x="8578850" y="2750820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103EC50A-398B-9D76-1CF5-BD1CDFA7F712}"/>
              </a:ext>
            </a:extLst>
          </p:cNvPr>
          <p:cNvCxnSpPr>
            <a:cxnSpLocks/>
          </p:cNvCxnSpPr>
          <p:nvPr/>
        </p:nvCxnSpPr>
        <p:spPr>
          <a:xfrm>
            <a:off x="9239549" y="3168015"/>
            <a:ext cx="1584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431774C1-470A-D82D-A015-D3156D822B32}"/>
              </a:ext>
            </a:extLst>
          </p:cNvPr>
          <p:cNvCxnSpPr>
            <a:cxnSpLocks/>
          </p:cNvCxnSpPr>
          <p:nvPr/>
        </p:nvCxnSpPr>
        <p:spPr>
          <a:xfrm>
            <a:off x="9395460" y="3152178"/>
            <a:ext cx="0" cy="136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87E62122-5F97-C76A-87B3-1EEFB2995AF8}"/>
              </a:ext>
            </a:extLst>
          </p:cNvPr>
          <p:cNvCxnSpPr>
            <a:cxnSpLocks/>
          </p:cNvCxnSpPr>
          <p:nvPr/>
        </p:nvCxnSpPr>
        <p:spPr>
          <a:xfrm>
            <a:off x="8423910" y="3289092"/>
            <a:ext cx="98210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02DFC32C-1D5F-0650-3668-726AD5D70ECB}"/>
              </a:ext>
            </a:extLst>
          </p:cNvPr>
          <p:cNvCxnSpPr>
            <a:cxnSpLocks/>
          </p:cNvCxnSpPr>
          <p:nvPr/>
        </p:nvCxnSpPr>
        <p:spPr>
          <a:xfrm flipH="1">
            <a:off x="8041640" y="3086100"/>
            <a:ext cx="777240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C28D129F-CE51-84A2-C8A5-9B6CA1BC5F5C}"/>
              </a:ext>
            </a:extLst>
          </p:cNvPr>
          <p:cNvCxnSpPr>
            <a:cxnSpLocks/>
          </p:cNvCxnSpPr>
          <p:nvPr/>
        </p:nvCxnSpPr>
        <p:spPr>
          <a:xfrm>
            <a:off x="9239549" y="3731895"/>
            <a:ext cx="1957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3BFAC89B-46C9-0CB9-0475-1EB66E439DA4}"/>
              </a:ext>
            </a:extLst>
          </p:cNvPr>
          <p:cNvCxnSpPr>
            <a:cxnSpLocks/>
          </p:cNvCxnSpPr>
          <p:nvPr/>
        </p:nvCxnSpPr>
        <p:spPr>
          <a:xfrm>
            <a:off x="9239549" y="3825240"/>
            <a:ext cx="1860251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7" name="Picture 186">
            <a:extLst>
              <a:ext uri="{FF2B5EF4-FFF2-40B4-BE49-F238E27FC236}">
                <a16:creationId xmlns:a16="http://schemas.microsoft.com/office/drawing/2014/main" id="{59974FCA-8271-A336-F179-AACCBCEEA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942" y="3504361"/>
            <a:ext cx="1382487" cy="972427"/>
          </a:xfrm>
          <a:prstGeom prst="rect">
            <a:avLst/>
          </a:prstGeom>
        </p:spPr>
      </p:pic>
      <p:pic>
        <p:nvPicPr>
          <p:cNvPr id="188" name="Picture 187">
            <a:extLst>
              <a:ext uri="{FF2B5EF4-FFF2-40B4-BE49-F238E27FC236}">
                <a16:creationId xmlns:a16="http://schemas.microsoft.com/office/drawing/2014/main" id="{52692EDA-24D2-7730-72A9-E0A48F320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384" y="3689986"/>
            <a:ext cx="508374" cy="655237"/>
          </a:xfrm>
          <a:prstGeom prst="rect">
            <a:avLst/>
          </a:prstGeom>
        </p:spPr>
      </p:pic>
      <p:cxnSp>
        <p:nvCxnSpPr>
          <p:cNvPr id="189" name="Connector: Elbow 188">
            <a:extLst>
              <a:ext uri="{FF2B5EF4-FFF2-40B4-BE49-F238E27FC236}">
                <a16:creationId xmlns:a16="http://schemas.microsoft.com/office/drawing/2014/main" id="{B5815024-4FEA-34E7-1403-79A49231FF3A}"/>
              </a:ext>
            </a:extLst>
          </p:cNvPr>
          <p:cNvCxnSpPr>
            <a:cxnSpLocks/>
          </p:cNvCxnSpPr>
          <p:nvPr/>
        </p:nvCxnSpPr>
        <p:spPr>
          <a:xfrm rot="10800000">
            <a:off x="9252588" y="3901442"/>
            <a:ext cx="508633" cy="41908"/>
          </a:xfrm>
          <a:prstGeom prst="bentConnector3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: Elbow 189">
            <a:extLst>
              <a:ext uri="{FF2B5EF4-FFF2-40B4-BE49-F238E27FC236}">
                <a16:creationId xmlns:a16="http://schemas.microsoft.com/office/drawing/2014/main" id="{C5A865A6-0F57-876F-23AD-C6777F535578}"/>
              </a:ext>
            </a:extLst>
          </p:cNvPr>
          <p:cNvCxnSpPr>
            <a:cxnSpLocks/>
          </p:cNvCxnSpPr>
          <p:nvPr/>
        </p:nvCxnSpPr>
        <p:spPr>
          <a:xfrm rot="10800000">
            <a:off x="9247568" y="3988610"/>
            <a:ext cx="525083" cy="460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: Elbow 190">
            <a:extLst>
              <a:ext uri="{FF2B5EF4-FFF2-40B4-BE49-F238E27FC236}">
                <a16:creationId xmlns:a16="http://schemas.microsoft.com/office/drawing/2014/main" id="{3B502A88-8899-0AB3-21BD-AA23026141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41079" y="4040504"/>
            <a:ext cx="529667" cy="28517"/>
          </a:xfrm>
          <a:prstGeom prst="bentConnector3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: Elbow 191">
            <a:extLst>
              <a:ext uri="{FF2B5EF4-FFF2-40B4-BE49-F238E27FC236}">
                <a16:creationId xmlns:a16="http://schemas.microsoft.com/office/drawing/2014/main" id="{73733E5F-2848-3D7C-F629-B4C6B11996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9239549" y="4090035"/>
            <a:ext cx="542626" cy="64770"/>
          </a:xfrm>
          <a:prstGeom prst="bentConnector3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1E85BD8E-2C84-337E-FC3A-929FB7D6CD24}"/>
              </a:ext>
            </a:extLst>
          </p:cNvPr>
          <p:cNvCxnSpPr/>
          <p:nvPr/>
        </p:nvCxnSpPr>
        <p:spPr>
          <a:xfrm flipH="1">
            <a:off x="8673465" y="4152900"/>
            <a:ext cx="14287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38A3E8B1-296B-A3E9-A00F-69EC256C7FEB}"/>
              </a:ext>
            </a:extLst>
          </p:cNvPr>
          <p:cNvCxnSpPr/>
          <p:nvPr/>
        </p:nvCxnSpPr>
        <p:spPr>
          <a:xfrm flipH="1">
            <a:off x="8673465" y="4080509"/>
            <a:ext cx="142875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3B5BBEE9-FB6C-A779-7DD2-2E52429BF002}"/>
              </a:ext>
            </a:extLst>
          </p:cNvPr>
          <p:cNvCxnSpPr>
            <a:cxnSpLocks/>
          </p:cNvCxnSpPr>
          <p:nvPr/>
        </p:nvCxnSpPr>
        <p:spPr>
          <a:xfrm>
            <a:off x="8681085" y="4080509"/>
            <a:ext cx="3810" cy="7619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58802A76-FAAD-4AB2-8394-8FDF71B25F1C}"/>
              </a:ext>
            </a:extLst>
          </p:cNvPr>
          <p:cNvCxnSpPr>
            <a:cxnSpLocks/>
          </p:cNvCxnSpPr>
          <p:nvPr/>
        </p:nvCxnSpPr>
        <p:spPr>
          <a:xfrm>
            <a:off x="9239549" y="4244340"/>
            <a:ext cx="285451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A2CCE911-76AF-E28D-763F-930D25E0D3AE}"/>
              </a:ext>
            </a:extLst>
          </p:cNvPr>
          <p:cNvCxnSpPr>
            <a:cxnSpLocks/>
          </p:cNvCxnSpPr>
          <p:nvPr/>
        </p:nvCxnSpPr>
        <p:spPr>
          <a:xfrm>
            <a:off x="9525000" y="4232910"/>
            <a:ext cx="0" cy="32194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>
            <a:extLst>
              <a:ext uri="{FF2B5EF4-FFF2-40B4-BE49-F238E27FC236}">
                <a16:creationId xmlns:a16="http://schemas.microsoft.com/office/drawing/2014/main" id="{898CE5FC-9E7C-2203-9632-4C89700EA8DF}"/>
              </a:ext>
            </a:extLst>
          </p:cNvPr>
          <p:cNvCxnSpPr>
            <a:cxnSpLocks/>
          </p:cNvCxnSpPr>
          <p:nvPr/>
        </p:nvCxnSpPr>
        <p:spPr>
          <a:xfrm>
            <a:off x="8587105" y="4550202"/>
            <a:ext cx="9459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EA5F3242-1B51-6500-BBA0-BAB05C7044DB}"/>
              </a:ext>
            </a:extLst>
          </p:cNvPr>
          <p:cNvCxnSpPr>
            <a:cxnSpLocks/>
          </p:cNvCxnSpPr>
          <p:nvPr/>
        </p:nvCxnSpPr>
        <p:spPr>
          <a:xfrm>
            <a:off x="8587105" y="3825240"/>
            <a:ext cx="0" cy="7497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1464C6A5-AD81-D7F5-9A6F-C8032FAD81F3}"/>
              </a:ext>
            </a:extLst>
          </p:cNvPr>
          <p:cNvCxnSpPr>
            <a:cxnSpLocks/>
          </p:cNvCxnSpPr>
          <p:nvPr/>
        </p:nvCxnSpPr>
        <p:spPr>
          <a:xfrm>
            <a:off x="8587105" y="4326255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BE839DEA-5E83-31B9-6F52-3CA8E8FE4B6E}"/>
              </a:ext>
            </a:extLst>
          </p:cNvPr>
          <p:cNvCxnSpPr>
            <a:cxnSpLocks/>
          </p:cNvCxnSpPr>
          <p:nvPr/>
        </p:nvCxnSpPr>
        <p:spPr>
          <a:xfrm>
            <a:off x="8581390" y="3825240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ABEAF283-D070-DB8E-2475-79DACF02EB66}"/>
              </a:ext>
            </a:extLst>
          </p:cNvPr>
          <p:cNvCxnSpPr>
            <a:cxnSpLocks/>
          </p:cNvCxnSpPr>
          <p:nvPr/>
        </p:nvCxnSpPr>
        <p:spPr>
          <a:xfrm>
            <a:off x="8578850" y="3909060"/>
            <a:ext cx="24638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16440C49-CD68-B182-0483-E32A5522C4BE}"/>
              </a:ext>
            </a:extLst>
          </p:cNvPr>
          <p:cNvCxnSpPr>
            <a:cxnSpLocks/>
          </p:cNvCxnSpPr>
          <p:nvPr/>
        </p:nvCxnSpPr>
        <p:spPr>
          <a:xfrm>
            <a:off x="9239549" y="4326255"/>
            <a:ext cx="1584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EC9D8653-56AB-D26D-5025-FD3355B29505}"/>
              </a:ext>
            </a:extLst>
          </p:cNvPr>
          <p:cNvCxnSpPr>
            <a:cxnSpLocks/>
          </p:cNvCxnSpPr>
          <p:nvPr/>
        </p:nvCxnSpPr>
        <p:spPr>
          <a:xfrm>
            <a:off x="9395460" y="4310418"/>
            <a:ext cx="0" cy="1369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003D062B-8574-48C8-D9CC-10A5CFC9B1C4}"/>
              </a:ext>
            </a:extLst>
          </p:cNvPr>
          <p:cNvCxnSpPr>
            <a:cxnSpLocks/>
          </p:cNvCxnSpPr>
          <p:nvPr/>
        </p:nvCxnSpPr>
        <p:spPr>
          <a:xfrm>
            <a:off x="8442960" y="4447332"/>
            <a:ext cx="9630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E83CBC81-68D8-D8F3-092E-CB4021DC55F4}"/>
              </a:ext>
            </a:extLst>
          </p:cNvPr>
          <p:cNvCxnSpPr>
            <a:cxnSpLocks/>
          </p:cNvCxnSpPr>
          <p:nvPr/>
        </p:nvCxnSpPr>
        <p:spPr>
          <a:xfrm flipH="1">
            <a:off x="8041640" y="4244340"/>
            <a:ext cx="777240" cy="0"/>
          </a:xfrm>
          <a:prstGeom prst="line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3A06E363-0AF0-83A8-A18A-18034E20CB8B}"/>
              </a:ext>
            </a:extLst>
          </p:cNvPr>
          <p:cNvCxnSpPr>
            <a:cxnSpLocks/>
          </p:cNvCxnSpPr>
          <p:nvPr/>
        </p:nvCxnSpPr>
        <p:spPr>
          <a:xfrm>
            <a:off x="11080312" y="487680"/>
            <a:ext cx="0" cy="437388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Connector 221">
            <a:extLst>
              <a:ext uri="{FF2B5EF4-FFF2-40B4-BE49-F238E27FC236}">
                <a16:creationId xmlns:a16="http://schemas.microsoft.com/office/drawing/2014/main" id="{2C64C77B-7F08-0C95-38D8-65EF5DE226C0}"/>
              </a:ext>
            </a:extLst>
          </p:cNvPr>
          <p:cNvCxnSpPr>
            <a:cxnSpLocks/>
          </p:cNvCxnSpPr>
          <p:nvPr/>
        </p:nvCxnSpPr>
        <p:spPr>
          <a:xfrm flipH="1">
            <a:off x="11196776" y="372746"/>
            <a:ext cx="9844" cy="454469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B5BC1BF7-709A-E9EA-E328-74E362C1B7DC}"/>
              </a:ext>
            </a:extLst>
          </p:cNvPr>
          <p:cNvCxnSpPr>
            <a:cxnSpLocks/>
          </p:cNvCxnSpPr>
          <p:nvPr/>
        </p:nvCxnSpPr>
        <p:spPr>
          <a:xfrm>
            <a:off x="8408670" y="1109772"/>
            <a:ext cx="43495" cy="35890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7996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Niels Quackels</dc:creator>
  <cp:lastModifiedBy>Niels Quackels</cp:lastModifiedBy>
  <cp:revision>1</cp:revision>
  <dcterms:created xsi:type="dcterms:W3CDTF">2026-03-26T16:04:02Z</dcterms:created>
  <dcterms:modified xsi:type="dcterms:W3CDTF">2026-03-26T17:56:35Z</dcterms:modified>
</cp:coreProperties>
</file>