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>
        <p:scale>
          <a:sx n="100" d="100"/>
          <a:sy n="100" d="100"/>
        </p:scale>
        <p:origin x="5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3D9159-CEE8-D9B1-4DEE-317625547D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42BE120-2370-5B72-C59B-D0B3C21EF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19B2434-4ACF-C7DF-0FB7-AF6A733D4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00E5E-517A-4D25-85A2-C703F455EAAB}" type="datetimeFigureOut">
              <a:rPr lang="nl-BE" smtClean="0"/>
              <a:t>24/04/2026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57F481-46C2-052C-4DD5-9F904AC3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491AD4E-7F32-E79D-81D9-277EB5F4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DAFC-678C-4D47-92B1-0EBFB4869D6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29456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B1FDAC-8FEF-87B4-E099-D80C6766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92220F2-33F7-62F8-CBE8-96EDACBAA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4683B45-DBB3-0EDD-2E93-616793A92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00E5E-517A-4D25-85A2-C703F455EAAB}" type="datetimeFigureOut">
              <a:rPr lang="nl-BE" smtClean="0"/>
              <a:t>24/04/2026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ED6B8C4-C7E8-5BCE-175A-A0CEB8D1D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FC02B03-6E27-C463-086D-71716713B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DAFC-678C-4D47-92B1-0EBFB4869D6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37290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17468-EC0F-CBDB-8854-6FC84988A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F9BE67A-2DD0-8339-1241-29FF52CE2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272680E-921A-56AF-14C2-3ADA8969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00E5E-517A-4D25-85A2-C703F455EAAB}" type="datetimeFigureOut">
              <a:rPr lang="nl-BE" smtClean="0"/>
              <a:t>24/04/2026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8A7E7E9-BC24-B84C-C4CB-F7A1FE8A7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680627E-9057-55B2-DBFF-5B1E3EC1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DAFC-678C-4D47-92B1-0EBFB4869D6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93472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4F01D3-FDAA-B64B-11B8-953F16C55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CA29DB0-D959-B153-F01A-CCC0FEA0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A4FB99D-88B7-817D-0223-DAD191CCA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534813F-B0C7-C30C-E583-57A84C9FF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00E5E-517A-4D25-85A2-C703F455EAAB}" type="datetimeFigureOut">
              <a:rPr lang="nl-BE" smtClean="0"/>
              <a:t>24/04/2026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5C5EC4-0D40-C1DA-1F3A-75F09BC58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8A22F14-831A-E18D-789D-FAE025297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DAFC-678C-4D47-92B1-0EBFB4869D6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7018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D6FD65-422A-FEBC-7E66-C0ECB26FD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BF63B13-4664-581D-533A-D9F51BC8B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1C3ACA7-ACAF-5F07-46F0-0C09CE8AA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BB193EA-9C22-3B32-CD9E-07867F832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70DF322-2E67-0F47-82E4-C2B966D4A5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5908596-260A-3B07-1F04-2F364B63B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00E5E-517A-4D25-85A2-C703F455EAAB}" type="datetimeFigureOut">
              <a:rPr lang="nl-BE" smtClean="0"/>
              <a:t>24/04/2026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9D74967-D45B-CC8B-559D-2AA96D9F5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04DE3217-4676-CC2A-E323-D79F6BB7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DAFC-678C-4D47-92B1-0EBFB4869D6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4149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20C5E0-05BC-36C7-2015-73EB0990C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E6C7232-6CD6-E3B5-E110-33F5538BF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00E5E-517A-4D25-85A2-C703F455EAAB}" type="datetimeFigureOut">
              <a:rPr lang="nl-BE" smtClean="0"/>
              <a:t>24/04/2026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58A9173-A9AA-F0DC-1EFD-D75297285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473C343-F8C3-B86F-1DE0-67C7EAEF5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DAFC-678C-4D47-92B1-0EBFB4869D6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6046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43967B77-4CCA-1A36-1882-C6189B98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00E5E-517A-4D25-85A2-C703F455EAAB}" type="datetimeFigureOut">
              <a:rPr lang="nl-BE" smtClean="0"/>
              <a:t>24/04/2026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E508437-BBC3-970B-C9D1-29E40CB4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7E9E74D-F10A-A110-1CD1-225BF36A1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DAFC-678C-4D47-92B1-0EBFB4869D6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57099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B5B48D-D45D-638A-A2DE-CEF90B33F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6DF2F29-EAE1-B878-A9CD-A100C39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AD48648-FF6C-001C-E3F6-88CF8985D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CE4239C-6499-A49F-F098-963D21E53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00E5E-517A-4D25-85A2-C703F455EAAB}" type="datetimeFigureOut">
              <a:rPr lang="nl-BE" smtClean="0"/>
              <a:t>24/04/2026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F2A1FEE-E540-D6CF-9974-2F3E24F54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06B7131-5D80-A49F-6722-427EA830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DAFC-678C-4D47-92B1-0EBFB4869D6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9542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71C868-5F8D-543D-E3A3-28093FB6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CCD5AAA7-E2FD-3810-4218-86DAC2E423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BEC7C25-BABA-43A0-26D9-A0D4E8DAD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B06CC9B-FFD4-AF7F-1165-BC50BF1AA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00E5E-517A-4D25-85A2-C703F455EAAB}" type="datetimeFigureOut">
              <a:rPr lang="nl-BE" smtClean="0"/>
              <a:t>24/04/2026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F4F119B-DB4C-BDFE-6963-32F27E42F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3302F27-2A51-279E-3DFC-E002F4339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DAFC-678C-4D47-92B1-0EBFB4869D6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89490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1614DD-9803-1BF2-E632-91F840B06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02AD2C8-97F3-F458-941A-384929EEC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FAA6BC8-9DF3-F2EF-5AF0-57D06B605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00E5E-517A-4D25-85A2-C703F455EAAB}" type="datetimeFigureOut">
              <a:rPr lang="nl-BE" smtClean="0"/>
              <a:t>24/04/2026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754D410-BE67-72CA-4D2E-8E1169D5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3982BA0-5C15-90C3-9573-8128FAB7C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DAFC-678C-4D47-92B1-0EBFB4869D6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6939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9FF5E6A-F3F4-2259-D20C-614F0BF99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82BFA93-B99F-6A01-DFA8-1AD7B9365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E81AE74-0FE6-5ADC-4967-1BFE1AAA6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00E5E-517A-4D25-85A2-C703F455EAAB}" type="datetimeFigureOut">
              <a:rPr lang="nl-BE" smtClean="0"/>
              <a:t>24/04/2026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A8141E1-D82D-2451-C7A0-0BF705606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5721237-B9B8-3440-84C7-FB7B848BF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DAFC-678C-4D47-92B1-0EBFB4869D6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06291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675D1419-F96F-FD3D-6F6E-D05B54A06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296DFEC-80F6-7F13-6D6A-20D2B675E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4DEE8A7-29FB-1EE4-6261-1036086269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900E5E-517A-4D25-85A2-C703F455EAAB}" type="datetimeFigureOut">
              <a:rPr lang="nl-BE" smtClean="0"/>
              <a:t>24/04/2026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56DBBEA-345C-CF04-E753-7558512BD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EBFC6F4-16A1-A178-36A2-41B7408A0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78DAFC-678C-4D47-92B1-0EBFB4869D6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8239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hughevans.dev/load-cell-raspberry-pi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598AF4-6F4A-63A4-D066-509E1255AC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 err="1"/>
              <a:t>Electronica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7672630-C3B8-B599-89AC-5C319FF12B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17 GPIO in gebruik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9004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2B9FC-A5CA-558C-C33F-D138D2CB8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Power </a:t>
            </a:r>
            <a:r>
              <a:rPr lang="nl-BE" dirty="0" err="1"/>
              <a:t>suply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9E9C132-87FE-81DE-B739-188E8AB19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40510" cy="3857420"/>
          </a:xfrm>
        </p:spPr>
        <p:txBody>
          <a:bodyPr/>
          <a:lstStyle/>
          <a:p>
            <a:pPr marL="0" indent="0">
              <a:buNone/>
            </a:pPr>
            <a:r>
              <a:rPr lang="nl-BE" dirty="0"/>
              <a:t>Input</a:t>
            </a:r>
          </a:p>
          <a:p>
            <a:r>
              <a:rPr lang="nl-BE" dirty="0"/>
              <a:t>Stekker Voltage</a:t>
            </a:r>
          </a:p>
          <a:p>
            <a:r>
              <a:rPr lang="nl-BE" dirty="0"/>
              <a:t>3 lijnen L, N, G</a:t>
            </a:r>
          </a:p>
          <a:p>
            <a:r>
              <a:rPr lang="nl-BE" dirty="0"/>
              <a:t>Stekker strippen/ kopen</a:t>
            </a:r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2A0C1B72-3E59-119A-3FBB-921BD0CBA624}"/>
              </a:ext>
            </a:extLst>
          </p:cNvPr>
          <p:cNvSpPr txBox="1">
            <a:spLocks/>
          </p:cNvSpPr>
          <p:nvPr/>
        </p:nvSpPr>
        <p:spPr>
          <a:xfrm>
            <a:off x="4345858" y="1690688"/>
            <a:ext cx="3264310" cy="4179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 dirty="0"/>
              <a:t>Output</a:t>
            </a:r>
          </a:p>
          <a:p>
            <a:r>
              <a:rPr lang="nl-BE" dirty="0"/>
              <a:t>24V naar 4 steppers</a:t>
            </a:r>
          </a:p>
          <a:p>
            <a:r>
              <a:rPr lang="nl-BE" dirty="0"/>
              <a:t>Buck converter Naar </a:t>
            </a:r>
            <a:r>
              <a:rPr lang="nl-BE" dirty="0" err="1"/>
              <a:t>Arduino</a:t>
            </a:r>
            <a:endParaRPr lang="nl-BE" dirty="0"/>
          </a:p>
          <a:p>
            <a:r>
              <a:rPr lang="nl-BE" dirty="0"/>
              <a:t>4*Buck converter naar </a:t>
            </a:r>
            <a:r>
              <a:rPr lang="nl-BE" dirty="0" err="1"/>
              <a:t>Servo</a:t>
            </a:r>
            <a:endParaRPr lang="nl-BE" dirty="0"/>
          </a:p>
          <a:p>
            <a:r>
              <a:rPr lang="nl-BE" dirty="0"/>
              <a:t>LDO naar Gewichtssensor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6B90A953-ACF0-F8DE-C443-5047633A6DA3}"/>
              </a:ext>
            </a:extLst>
          </p:cNvPr>
          <p:cNvSpPr txBox="1">
            <a:spLocks/>
          </p:cNvSpPr>
          <p:nvPr/>
        </p:nvSpPr>
        <p:spPr>
          <a:xfrm>
            <a:off x="8013290" y="1690688"/>
            <a:ext cx="3340510" cy="3857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BE" dirty="0"/>
              <a:t>Conclusie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BE" dirty="0"/>
              <a:t>Van Power </a:t>
            </a:r>
            <a:r>
              <a:rPr lang="nl-BE" dirty="0" err="1"/>
              <a:t>suply</a:t>
            </a:r>
            <a:r>
              <a:rPr lang="nl-BE" dirty="0"/>
              <a:t> naar </a:t>
            </a:r>
            <a:r>
              <a:rPr lang="nl-BE" dirty="0" err="1"/>
              <a:t>breadboards</a:t>
            </a:r>
            <a:endParaRPr lang="nl-B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BE" dirty="0" err="1">
                <a:highlight>
                  <a:srgbClr val="FFFF00"/>
                </a:highlight>
              </a:rPr>
              <a:t>Breadboard</a:t>
            </a:r>
            <a:r>
              <a:rPr lang="nl-BE" dirty="0">
                <a:highlight>
                  <a:srgbClr val="FFFF00"/>
                </a:highlight>
              </a:rPr>
              <a:t> </a:t>
            </a:r>
            <a:r>
              <a:rPr lang="nl-BE" dirty="0" err="1">
                <a:highlight>
                  <a:srgbClr val="FFFF00"/>
                </a:highlight>
              </a:rPr>
              <a:t>Stepper</a:t>
            </a:r>
            <a:r>
              <a:rPr lang="nl-BE" dirty="0">
                <a:highlight>
                  <a:srgbClr val="FFFF00"/>
                </a:highlight>
              </a:rPr>
              <a:t> en rechts </a:t>
            </a:r>
            <a:r>
              <a:rPr lang="nl-BE" dirty="0" err="1">
                <a:highlight>
                  <a:srgbClr val="FFFF00"/>
                </a:highlight>
              </a:rPr>
              <a:t>appart</a:t>
            </a:r>
            <a:endParaRPr lang="nl-BE" dirty="0">
              <a:highlight>
                <a:srgbClr val="FFFF00"/>
              </a:highlight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nl-BE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59467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2884-3990-47D7-FD6E-D068FFA98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Stepper</a:t>
            </a:r>
            <a:r>
              <a:rPr lang="nl-BE" dirty="0"/>
              <a:t> Driver (3 GPIO </a:t>
            </a:r>
            <a:r>
              <a:rPr lang="nl-BE" dirty="0" err="1"/>
              <a:t>pins</a:t>
            </a:r>
            <a:r>
              <a:rPr lang="nl-BE" dirty="0"/>
              <a:t> nodig)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1839EF6-0776-BE9D-31B9-072F69615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BE" dirty="0"/>
              <a:t>PU+: Pin 2 5V </a:t>
            </a:r>
          </a:p>
          <a:p>
            <a:r>
              <a:rPr lang="nl-BE" dirty="0"/>
              <a:t>PU-: Step pin GPIO</a:t>
            </a:r>
          </a:p>
          <a:p>
            <a:r>
              <a:rPr lang="nl-BE" dirty="0"/>
              <a:t>DR+: Pin 2 5V </a:t>
            </a:r>
          </a:p>
          <a:p>
            <a:r>
              <a:rPr lang="nl-BE" dirty="0"/>
              <a:t>DR-: DIR pin GPIO</a:t>
            </a:r>
          </a:p>
          <a:p>
            <a:r>
              <a:rPr lang="nl-BE" dirty="0"/>
              <a:t>MF+: Pin 2 5V </a:t>
            </a:r>
          </a:p>
          <a:p>
            <a:r>
              <a:rPr lang="nl-BE" dirty="0"/>
              <a:t>MF-: GRND van PI (</a:t>
            </a:r>
            <a:r>
              <a:rPr lang="nl-BE" dirty="0" err="1"/>
              <a:t>Enable</a:t>
            </a:r>
            <a:r>
              <a:rPr lang="nl-BE" dirty="0"/>
              <a:t> pin GPIO)</a:t>
            </a:r>
          </a:p>
          <a:p>
            <a:pPr marL="0" indent="0">
              <a:buNone/>
            </a:pPr>
            <a:endParaRPr lang="nl-BE" dirty="0"/>
          </a:p>
          <a:p>
            <a:r>
              <a:rPr lang="nl-BE" dirty="0"/>
              <a:t>V+ Power in (van power </a:t>
            </a:r>
            <a:r>
              <a:rPr lang="nl-BE" dirty="0" err="1"/>
              <a:t>supply</a:t>
            </a:r>
            <a:r>
              <a:rPr lang="nl-BE" dirty="0"/>
              <a:t>)</a:t>
            </a:r>
          </a:p>
          <a:p>
            <a:r>
              <a:rPr lang="nl-BE" dirty="0"/>
              <a:t>V- GRND van power </a:t>
            </a:r>
            <a:r>
              <a:rPr lang="nl-BE" dirty="0" err="1"/>
              <a:t>supply</a:t>
            </a:r>
            <a:endParaRPr lang="nl-BE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838076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F02FD4-7862-D3B5-BA7F-463964E2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Stepper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7B27DE6-515C-B0F5-A226-D87B35384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Dikke capaciteit bij power </a:t>
            </a:r>
            <a:r>
              <a:rPr lang="nl-NL" dirty="0" err="1"/>
              <a:t>supply</a:t>
            </a:r>
            <a:r>
              <a:rPr lang="nl-NL" dirty="0"/>
              <a:t>, zo dicht mogelijk bij driver</a:t>
            </a:r>
          </a:p>
          <a:p>
            <a:r>
              <a:rPr lang="nl-NL" dirty="0"/>
              <a:t>Nakijken of 24V </a:t>
            </a:r>
            <a:r>
              <a:rPr lang="nl-NL" dirty="0" err="1"/>
              <a:t>rated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55175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289C6C-5EAB-2B9A-B070-ABC7BF556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Servo</a:t>
            </a:r>
            <a:r>
              <a:rPr lang="nl-BE" dirty="0"/>
              <a:t>- FS5106B (1 PWM pin nodig) (geen 4PWM’s?)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D0BE89-6B32-4DF6-6C94-822C92376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Black = GND</a:t>
            </a:r>
          </a:p>
          <a:p>
            <a:r>
              <a:rPr lang="nl-BE" dirty="0"/>
              <a:t>Red = 5V (komt van </a:t>
            </a:r>
            <a:r>
              <a:rPr lang="nl-BE" dirty="0" err="1"/>
              <a:t>buck</a:t>
            </a:r>
            <a:r>
              <a:rPr lang="nl-BE" dirty="0"/>
              <a:t> converter)</a:t>
            </a:r>
          </a:p>
          <a:p>
            <a:r>
              <a:rPr lang="nl-BE" dirty="0"/>
              <a:t>White: control </a:t>
            </a:r>
            <a:r>
              <a:rPr lang="nl-BE" dirty="0" err="1"/>
              <a:t>signal</a:t>
            </a:r>
            <a:r>
              <a:rPr lang="nl-BE" dirty="0"/>
              <a:t> 3,3V werkt misschien, PWM pin (GPIO)</a:t>
            </a:r>
          </a:p>
          <a:p>
            <a:r>
              <a:rPr lang="nl-BE" dirty="0"/>
              <a:t>Green </a:t>
            </a:r>
            <a:r>
              <a:rPr lang="nl-BE" dirty="0" err="1"/>
              <a:t>wire</a:t>
            </a:r>
            <a:r>
              <a:rPr lang="nl-BE" dirty="0"/>
              <a:t>; feedback, niet nodig</a:t>
            </a:r>
          </a:p>
        </p:txBody>
      </p:sp>
    </p:spTree>
    <p:extLst>
      <p:ext uri="{BB962C8B-B14F-4D97-AF65-F5344CB8AC3E}">
        <p14:creationId xmlns:p14="http://schemas.microsoft.com/office/powerpoint/2010/main" val="249950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4B7642-6361-DB44-96FD-3EDEAB9D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Weight</a:t>
            </a:r>
            <a:r>
              <a:rPr lang="nl-BE" dirty="0"/>
              <a:t> sensor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DD730BF-100B-0736-6407-EB6349335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LDO:</a:t>
            </a:r>
          </a:p>
          <a:p>
            <a:pPr lvl="1"/>
            <a:r>
              <a:rPr lang="nl-BE" dirty="0"/>
              <a:t>0,1micro farad aan output</a:t>
            </a:r>
          </a:p>
          <a:p>
            <a:pPr lvl="1"/>
            <a:r>
              <a:rPr lang="nl-BE" dirty="0"/>
              <a:t>0,22 micro farad aan input</a:t>
            </a:r>
          </a:p>
          <a:p>
            <a:r>
              <a:rPr lang="nl-BE" dirty="0"/>
              <a:t>Connect load </a:t>
            </a:r>
            <a:r>
              <a:rPr lang="nl-BE" dirty="0" err="1"/>
              <a:t>cell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hx711</a:t>
            </a:r>
          </a:p>
          <a:p>
            <a:r>
              <a:rPr lang="nl-BE" dirty="0"/>
              <a:t>Hx711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py</a:t>
            </a:r>
            <a:endParaRPr lang="nl-BE" dirty="0"/>
          </a:p>
          <a:p>
            <a:r>
              <a:rPr lang="nl-BE" dirty="0">
                <a:hlinkClick r:id="rId2"/>
              </a:rPr>
              <a:t>https://hughevans.dev/load-cell-raspberry-pi/</a:t>
            </a:r>
            <a:endParaRPr lang="nl-BE" dirty="0"/>
          </a:p>
          <a:p>
            <a:pPr lvl="1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37667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F713BD-7013-0510-9BC4-FD81A39FA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HX711 </a:t>
            </a:r>
            <a:r>
              <a:rPr lang="nl-BE" dirty="0" err="1"/>
              <a:t>wiring</a:t>
            </a:r>
            <a:r>
              <a:rPr lang="nl-BE" dirty="0"/>
              <a:t> diagram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E2D421E6-BB6B-CD22-BB57-7F53B96597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188" y="1855122"/>
            <a:ext cx="86956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23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04C839-2C98-573D-2A44-352BF5772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Power verdeling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EDD7A59-5F1F-44D9-8C72-ABA577390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1 </a:t>
            </a:r>
            <a:r>
              <a:rPr lang="nl-NL" dirty="0" err="1"/>
              <a:t>breadboard</a:t>
            </a:r>
            <a:r>
              <a:rPr lang="nl-NL" dirty="0"/>
              <a:t>, geen </a:t>
            </a:r>
            <a:r>
              <a:rPr lang="nl-NL" dirty="0" err="1"/>
              <a:t>stepdown</a:t>
            </a:r>
            <a:r>
              <a:rPr lang="nl-NL" dirty="0"/>
              <a:t>, naar alle steppers</a:t>
            </a:r>
          </a:p>
          <a:p>
            <a:r>
              <a:rPr lang="nl-NL" dirty="0"/>
              <a:t>1 </a:t>
            </a:r>
            <a:r>
              <a:rPr lang="nl-NL" dirty="0" err="1"/>
              <a:t>breadboard</a:t>
            </a:r>
            <a:r>
              <a:rPr lang="nl-NL" dirty="0"/>
              <a:t> </a:t>
            </a:r>
            <a:r>
              <a:rPr lang="nl-NL" dirty="0" err="1"/>
              <a:t>buck</a:t>
            </a:r>
            <a:r>
              <a:rPr lang="nl-NL" dirty="0"/>
              <a:t> converter 5V voeding naar </a:t>
            </a:r>
            <a:r>
              <a:rPr lang="nl-NL" dirty="0" err="1"/>
              <a:t>servo’s</a:t>
            </a:r>
            <a:endParaRPr lang="nl-NL" dirty="0"/>
          </a:p>
          <a:p>
            <a:r>
              <a:rPr lang="nl-NL" dirty="0"/>
              <a:t>1breadboard, LDO 5V,HX711, Load </a:t>
            </a:r>
            <a:r>
              <a:rPr lang="nl-NL" dirty="0" err="1"/>
              <a:t>Cell</a:t>
            </a:r>
            <a:r>
              <a:rPr lang="nl-NL" dirty="0"/>
              <a:t>, </a:t>
            </a:r>
            <a:r>
              <a:rPr lang="nl-NL" dirty="0" err="1"/>
              <a:t>Raspberry</a:t>
            </a:r>
            <a:r>
              <a:rPr lang="nl-NL" dirty="0"/>
              <a:t> pi, </a:t>
            </a:r>
            <a:r>
              <a:rPr lang="nl-NL" dirty="0" err="1"/>
              <a:t>buck</a:t>
            </a:r>
            <a:r>
              <a:rPr lang="nl-NL" dirty="0"/>
              <a:t> converter 5V</a:t>
            </a:r>
          </a:p>
          <a:p>
            <a:r>
              <a:rPr lang="nl-NL" dirty="0" err="1"/>
              <a:t>Pins</a:t>
            </a:r>
            <a:r>
              <a:rPr lang="nl-NL" dirty="0"/>
              <a:t> RPI naar juiste </a:t>
            </a:r>
            <a:r>
              <a:rPr lang="nl-NL" dirty="0" err="1"/>
              <a:t>breadboard</a:t>
            </a:r>
            <a:r>
              <a:rPr lang="nl-NL" dirty="0"/>
              <a:t> en dan naar motor samen met power </a:t>
            </a:r>
            <a:r>
              <a:rPr lang="nl-NL" dirty="0" err="1"/>
              <a:t>cable</a:t>
            </a:r>
            <a:endParaRPr lang="nl-NL" dirty="0"/>
          </a:p>
          <a:p>
            <a:r>
              <a:rPr lang="nl-NL" dirty="0"/>
              <a:t>Scherm gelimiteerde afstand van PI, dus </a:t>
            </a:r>
            <a:r>
              <a:rPr lang="nl-NL" dirty="0" err="1"/>
              <a:t>mss</a:t>
            </a:r>
            <a:r>
              <a:rPr lang="nl-NL" dirty="0"/>
              <a:t> pi niet met load </a:t>
            </a:r>
            <a:r>
              <a:rPr lang="nl-NL" dirty="0" err="1"/>
              <a:t>cell</a:t>
            </a:r>
            <a:r>
              <a:rPr lang="nl-NL" dirty="0"/>
              <a:t> en op plaats waar we display wille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953043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Microsoft Office PowerPoint</Application>
  <PresentationFormat>Breedbeeld</PresentationFormat>
  <Paragraphs>47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Kantoorthema</vt:lpstr>
      <vt:lpstr>Electronica</vt:lpstr>
      <vt:lpstr>Power suply</vt:lpstr>
      <vt:lpstr>Stepper Driver (3 GPIO pins nodig)</vt:lpstr>
      <vt:lpstr>Stepper</vt:lpstr>
      <vt:lpstr>Servo- FS5106B (1 PWM pin nodig) (geen 4PWM’s?)</vt:lpstr>
      <vt:lpstr>Weight sensor</vt:lpstr>
      <vt:lpstr>HX711 wiring diagram</vt:lpstr>
      <vt:lpstr>Power verdeling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 Van Vlierberghe</dc:creator>
  <cp:lastModifiedBy>Gregor Van Vlierberghe</cp:lastModifiedBy>
  <cp:revision>5</cp:revision>
  <dcterms:created xsi:type="dcterms:W3CDTF">2026-04-23T13:29:45Z</dcterms:created>
  <dcterms:modified xsi:type="dcterms:W3CDTF">2026-04-24T15:34:12Z</dcterms:modified>
</cp:coreProperties>
</file>