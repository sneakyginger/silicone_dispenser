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94" r:id="rId5"/>
  </p:sldMasterIdLst>
  <p:notesMasterIdLst>
    <p:notesMasterId r:id="rId23"/>
  </p:notesMasterIdLst>
  <p:handoutMasterIdLst>
    <p:handoutMasterId r:id="rId24"/>
  </p:handoutMasterIdLst>
  <p:sldIdLst>
    <p:sldId id="261" r:id="rId6"/>
    <p:sldId id="272" r:id="rId7"/>
    <p:sldId id="262" r:id="rId8"/>
    <p:sldId id="285" r:id="rId9"/>
    <p:sldId id="296" r:id="rId10"/>
    <p:sldId id="286" r:id="rId11"/>
    <p:sldId id="300" r:id="rId12"/>
    <p:sldId id="295" r:id="rId13"/>
    <p:sldId id="276" r:id="rId14"/>
    <p:sldId id="290" r:id="rId15"/>
    <p:sldId id="287" r:id="rId16"/>
    <p:sldId id="298" r:id="rId17"/>
    <p:sldId id="282" r:id="rId18"/>
    <p:sldId id="297" r:id="rId19"/>
    <p:sldId id="291" r:id="rId20"/>
    <p:sldId id="299" r:id="rId21"/>
    <p:sldId id="283" r:id="rId2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D5D"/>
    <a:srgbClr val="1D8DB0"/>
    <a:srgbClr val="FAFBFB"/>
    <a:srgbClr val="FFFFFF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27-3-2026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27-3-2026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670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0266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4714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368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1464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7990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5109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7086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5495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7388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CE3F-721B-A710-BA43-F89A31C4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7EAEFF8-73F6-7FD2-FAEC-B9C436163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E80F9FF-3DEB-D863-0384-A6F179D13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err="1">
              <a:ea typeface="Calibri"/>
              <a:cs typeface="Calibri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D7AAF58-EAF4-4DA7-96F5-02A90B1A8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5827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2079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DF20-19F7-02E3-8AE3-E0DA037F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7ACB8-1D63-4E75-9092-EE29C7CA4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31654-E880-027A-4E0F-18870F9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2B39-64FE-91A2-79AA-93DAA7AB6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2577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0598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2F50-A315-9A95-37D7-3EAB1D06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C33DD7E-050A-D0C3-7D61-029B9A236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1B7992A-6534-C0B4-2F1E-3B78E3639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err="1">
              <a:ea typeface="Calibri"/>
              <a:cs typeface="Calibri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B2A373F-62DB-9D00-9B1A-5480AFDED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770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315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rgbClr val="1D8D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00625E41-0948-B7C3-66CD-2C08DBAC825D}"/>
              </a:ext>
            </a:extLst>
          </p:cNvPr>
          <p:cNvSpPr/>
          <p:nvPr userDrawn="1"/>
        </p:nvSpPr>
        <p:spPr>
          <a:xfrm>
            <a:off x="2693324" y="360000"/>
            <a:ext cx="3034145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accent2"/>
                </a:solidFill>
              </a:rPr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B1D39-9D65-499A-84D8-297995298766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0306-7A9E-43A5-AC87-D27599AD66AA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4C52-9C0E-4790-A740-2B01FEE400CC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73E4D-0F2B-4084-9344-B78D6FC3A83F}" type="datetime1">
              <a:rPr lang="nl-BE" smtClean="0"/>
              <a:t>27/03/2026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4147-C6B3-4E38-8DC0-C244A4571672}" type="datetime1">
              <a:rPr lang="nl-BE" smtClean="0"/>
              <a:t>27/03/2026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1E5EC-ABA0-4592-B2BD-67DAF5EAC097}" type="datetime1">
              <a:rPr lang="nl-BE" smtClean="0"/>
              <a:t>27/03/2026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874C-AE65-44A6-B533-50D9E455132F}" type="datetime1">
              <a:rPr lang="nl-BE" smtClean="0"/>
              <a:t>27/03/2026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D445-124A-4392-AD68-927A1CFAA14D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CAE-11BB-4A7B-AE2A-08F552FA6A0A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3298-6C3D-465C-B72F-3D4BFC638726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C98BDE2-A497-4023-A08B-0D0410DC12C4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1BC6C84F-3896-426D-923D-68CD964A14DC}" type="datetime1">
              <a:rPr lang="nl-BE" smtClean="0"/>
              <a:t>27/03/2026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63830F8-BE3E-C4B4-9432-A813B6D7C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999" y="1205260"/>
            <a:ext cx="6096524" cy="3899538"/>
          </a:xfrm>
        </p:spPr>
        <p:txBody>
          <a:bodyPr/>
          <a:lstStyle/>
          <a:p>
            <a:r>
              <a:rPr lang="nl-NL" dirty="0">
                <a:latin typeface="Arial"/>
                <a:cs typeface="Arial"/>
              </a:rPr>
              <a:t>Silicone dispenser </a:t>
            </a:r>
            <a:br>
              <a:rPr lang="nl-NL" dirty="0">
                <a:latin typeface="Arial"/>
                <a:cs typeface="Arial"/>
              </a:rPr>
            </a:br>
            <a:r>
              <a:rPr lang="nl-NL" sz="1800" dirty="0">
                <a:latin typeface="Arial"/>
                <a:cs typeface="Arial"/>
              </a:rPr>
              <a:t>Gip midterm presentation</a:t>
            </a:r>
            <a:br>
              <a:rPr lang="nl-NL" sz="2000" dirty="0">
                <a:latin typeface="Arial"/>
                <a:cs typeface="Arial"/>
              </a:rPr>
            </a:br>
            <a:br>
              <a:rPr lang="nl-NL" sz="2000" dirty="0">
                <a:latin typeface="Arial"/>
                <a:cs typeface="Arial"/>
              </a:rPr>
            </a:br>
            <a:br>
              <a:rPr lang="nl-NL" sz="2000" dirty="0">
                <a:cs typeface="Arial"/>
              </a:rPr>
            </a:br>
            <a:endParaRPr lang="nl-NL" sz="2000" dirty="0">
              <a:cs typeface="Arial"/>
            </a:endParaRPr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5825126" cy="109553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Bef>
                <a:spcPts val="500"/>
              </a:spcBef>
            </a:pPr>
            <a:r>
              <a:rPr lang="nl-NL" sz="1400" dirty="0">
                <a:latin typeface="Arial"/>
                <a:cs typeface="Arial"/>
              </a:rPr>
              <a:t>Piot David, Quackels Niels, Vandekerckhove Kamiel , Van Vlierberghe Gregor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A3169E-ADB8-F2A3-D23C-4C97D7F6C3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2F69EE98-A30F-5CD0-75FF-5787588C1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BE" dirty="0">
                <a:cs typeface="Arial"/>
              </a:rPr>
              <a:t>Probleemstelling : silicon gieten is vermoeiend .... Etc </a:t>
            </a:r>
            <a:endParaRPr lang="en-GB" dirty="0"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C53D752-AB95-5F39-94C6-EA7264E8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DEA455-6C66-9022-30C5-CB474E49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5D9E179-C842-1D60-B442-BE94841F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Introduction</a:t>
            </a:r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302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44799AE-7B72-A85D-E205-71801460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Firw</a:t>
            </a:r>
            <a:r>
              <a:rPr lang="nl-NL"/>
              <a:t>, </a:t>
            </a:r>
            <a:r>
              <a:rPr lang="nl-NL" err="1"/>
              <a:t>Department</a:t>
            </a:r>
            <a:r>
              <a:rPr lang="nl-NL"/>
              <a:t> of </a:t>
            </a:r>
            <a:r>
              <a:rPr lang="nl-NL" err="1"/>
              <a:t>Mechanical</a:t>
            </a:r>
            <a:r>
              <a:rPr lang="nl-NL"/>
              <a:t> Engineering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86A1AA-B41B-7A99-648A-9F89C7BF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E67B3B-90EA-914E-525A-A96E3F6AA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Content</a:t>
            </a:r>
            <a:endParaRPr lang="nl-NL">
              <a:latin typeface="Arial"/>
            </a:endParaRPr>
          </a:p>
        </p:txBody>
      </p:sp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2DEC0B12-6505-3B25-3CDA-145C12F7F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1D8DB0"/>
              </a:buClr>
              <a:buFontTx/>
              <a:buChar char="–"/>
            </a:pPr>
            <a:r>
              <a:rPr lang="en-GB" dirty="0">
                <a:latin typeface="Arial"/>
                <a:cs typeface="Arial"/>
              </a:rPr>
              <a:t>Introduction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dirty="0">
                <a:latin typeface="Arial"/>
                <a:cs typeface="Arial"/>
              </a:rPr>
              <a:t>Environment and constraints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dirty="0">
                <a:latin typeface="Arial"/>
                <a:cs typeface="Arial"/>
              </a:rPr>
              <a:t>Functional decomposition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dirty="0">
                <a:latin typeface="Arial"/>
                <a:cs typeface="Arial"/>
              </a:rPr>
              <a:t>Evaluation of ideas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dirty="0">
                <a:latin typeface="Arial"/>
                <a:cs typeface="Arial"/>
              </a:rPr>
              <a:t>Current proposition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dirty="0">
                <a:latin typeface="Arial"/>
                <a:cs typeface="Arial"/>
              </a:rPr>
              <a:t>Plan for after easter break </a:t>
            </a:r>
          </a:p>
          <a:p>
            <a:endParaRPr lang="nl-NL" dirty="0">
              <a:latin typeface="Arial"/>
              <a:cs typeface="Arial"/>
            </a:endParaRPr>
          </a:p>
          <a:p>
            <a:endParaRPr lang="nl-NL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40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39DBD-A806-BB26-0525-FF40E72C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7F53A68-6F34-0717-0D1C-2DD7206A0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1D8DB0"/>
              </a:buClr>
              <a:buFontTx/>
              <a:buChar char="–"/>
            </a:pPr>
            <a:r>
              <a:rPr lang="nl-NL" err="1">
                <a:latin typeface="Arial"/>
                <a:cs typeface="Arial"/>
              </a:rPr>
              <a:t>Introduction</a:t>
            </a:r>
            <a:r>
              <a:rPr lang="nl-NL">
                <a:latin typeface="Arial"/>
                <a:cs typeface="Arial"/>
              </a:rPr>
              <a:t>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nl-NL" sz="3200" b="1">
                <a:solidFill>
                  <a:srgbClr val="1D8DB0"/>
                </a:solidFill>
                <a:latin typeface="Arial"/>
                <a:cs typeface="Arial"/>
              </a:rPr>
              <a:t>Environment </a:t>
            </a:r>
            <a:r>
              <a:rPr lang="nl-NL" sz="3200" b="1" err="1">
                <a:solidFill>
                  <a:srgbClr val="1D8DB0"/>
                </a:solidFill>
                <a:latin typeface="Arial"/>
                <a:cs typeface="Arial"/>
              </a:rPr>
              <a:t>and</a:t>
            </a:r>
            <a:r>
              <a:rPr lang="nl-NL" sz="3200" b="1">
                <a:solidFill>
                  <a:srgbClr val="1D8DB0"/>
                </a:solidFill>
                <a:latin typeface="Arial"/>
                <a:cs typeface="Arial"/>
              </a:rPr>
              <a:t> </a:t>
            </a:r>
            <a:r>
              <a:rPr lang="nl-NL" sz="3200" b="1" err="1">
                <a:solidFill>
                  <a:srgbClr val="1D8DB0"/>
                </a:solidFill>
                <a:latin typeface="Arial"/>
                <a:cs typeface="Arial"/>
              </a:rPr>
              <a:t>constraints</a:t>
            </a:r>
            <a:endParaRPr lang="nl-NL" sz="3200" b="1">
              <a:solidFill>
                <a:srgbClr val="1D8DB0"/>
              </a:solidFill>
              <a:latin typeface="Arial"/>
              <a:cs typeface="Arial"/>
            </a:endParaRPr>
          </a:p>
          <a:p>
            <a:pPr>
              <a:buClr>
                <a:srgbClr val="1D8DB0"/>
              </a:buClr>
              <a:buFontTx/>
              <a:buChar char="–"/>
            </a:pPr>
            <a:r>
              <a:rPr lang="nl-NL" err="1">
                <a:latin typeface="Arial"/>
                <a:cs typeface="Arial"/>
              </a:rPr>
              <a:t>Functional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decomposition</a:t>
            </a:r>
            <a:endParaRPr lang="nl-NL">
              <a:latin typeface="Arial"/>
              <a:cs typeface="Arial"/>
            </a:endParaRPr>
          </a:p>
          <a:p>
            <a:pPr>
              <a:buClr>
                <a:srgbClr val="1D8DB0"/>
              </a:buClr>
              <a:buFontTx/>
              <a:buChar char="–"/>
            </a:pPr>
            <a:r>
              <a:rPr lang="nl-NL">
                <a:latin typeface="Arial"/>
                <a:cs typeface="Arial"/>
              </a:rPr>
              <a:t>Evaluation of </a:t>
            </a:r>
            <a:r>
              <a:rPr lang="nl-NL" err="1">
                <a:latin typeface="Arial"/>
                <a:cs typeface="Arial"/>
              </a:rPr>
              <a:t>ideas</a:t>
            </a:r>
            <a:endParaRPr lang="nl-NL">
              <a:latin typeface="Arial"/>
              <a:cs typeface="Arial"/>
            </a:endParaRPr>
          </a:p>
          <a:p>
            <a:pPr>
              <a:buClr>
                <a:srgbClr val="1D8DB0"/>
              </a:buClr>
              <a:buFontTx/>
              <a:buChar char="–"/>
            </a:pPr>
            <a:r>
              <a:rPr lang="nl-NL" err="1">
                <a:latin typeface="Arial"/>
                <a:cs typeface="Arial"/>
              </a:rPr>
              <a:t>Current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proposition</a:t>
            </a:r>
            <a:r>
              <a:rPr lang="nl-NL">
                <a:latin typeface="Arial"/>
                <a:cs typeface="Arial"/>
              </a:rPr>
              <a:t>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nl-NL">
                <a:latin typeface="Arial"/>
                <a:cs typeface="Arial"/>
              </a:rPr>
              <a:t>Plan </a:t>
            </a:r>
            <a:r>
              <a:rPr lang="nl-NL" err="1">
                <a:latin typeface="Arial"/>
                <a:cs typeface="Arial"/>
              </a:rPr>
              <a:t>for</a:t>
            </a:r>
            <a:r>
              <a:rPr lang="nl-NL">
                <a:latin typeface="Arial"/>
                <a:cs typeface="Arial"/>
              </a:rPr>
              <a:t> semester </a:t>
            </a:r>
          </a:p>
          <a:p>
            <a:endParaRPr lang="nl-NL">
              <a:latin typeface="Arial"/>
              <a:cs typeface="Arial"/>
            </a:endParaRPr>
          </a:p>
          <a:p>
            <a:endParaRPr lang="nl-NL">
              <a:latin typeface="Arial"/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21BDD40-CCE6-5B8D-50E3-2FC664A6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Firw</a:t>
            </a:r>
            <a:r>
              <a:rPr lang="nl-NL"/>
              <a:t>, </a:t>
            </a:r>
            <a:r>
              <a:rPr lang="nl-NL" err="1"/>
              <a:t>Department</a:t>
            </a:r>
            <a:r>
              <a:rPr lang="nl-NL"/>
              <a:t> of </a:t>
            </a:r>
            <a:r>
              <a:rPr lang="nl-NL" err="1"/>
              <a:t>Mechanical</a:t>
            </a:r>
            <a:r>
              <a:rPr lang="nl-NL"/>
              <a:t> Engineering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59E1CE2-BE7E-9EEE-1CDA-02ED18C7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AA43065-6BAD-1B7B-BC63-A393A8BB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Content</a:t>
            </a:r>
            <a:endParaRPr lang="nl-NL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442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D79EEAC-0C8C-C305-1687-56E6F392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AD02E59-FFB8-883E-DF6A-4B210DB4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5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1DA0260-EB3B-4DF9-C720-51321454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Environment and constraints </a:t>
            </a:r>
            <a:endParaRPr lang="en-GB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kstvak 6">
            <a:extLst>
              <a:ext uri="{FF2B5EF4-FFF2-40B4-BE49-F238E27FC236}">
                <a16:creationId xmlns:a16="http://schemas.microsoft.com/office/drawing/2014/main" id="{89CD1917-D92D-0C2C-30A2-896A5F78C680}"/>
              </a:ext>
            </a:extLst>
          </p:cNvPr>
          <p:cNvSpPr txBox="1"/>
          <p:nvPr/>
        </p:nvSpPr>
        <p:spPr>
          <a:xfrm>
            <a:off x="580373" y="1718153"/>
            <a:ext cx="11052131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GB" sz="2000" dirty="0">
                <a:cs typeface="Arial"/>
              </a:rPr>
              <a:t>​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2EDEE7-3D57-D99E-E916-8095EE94E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Wordt document met aannames en randvoorwaarden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116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25FD1-61CF-4E6F-9B37-BC174CCF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9C7C9C6-1776-1271-593B-2F7F41090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Introduction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Environment and constraints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sz="3200" b="1">
                <a:solidFill>
                  <a:srgbClr val="1D8DB0"/>
                </a:solidFill>
                <a:latin typeface="Arial"/>
                <a:cs typeface="Arial"/>
              </a:rPr>
              <a:t>Functional decomposition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Evaluation of ideas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Current proposition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Plan for semester </a:t>
            </a:r>
          </a:p>
          <a:p>
            <a:endParaRPr lang="nl-NL">
              <a:latin typeface="Arial"/>
              <a:cs typeface="Arial"/>
            </a:endParaRPr>
          </a:p>
          <a:p>
            <a:endParaRPr lang="nl-NL">
              <a:latin typeface="Arial"/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4ADC9F8-12DF-F8AA-1C94-A58E69F3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Firw</a:t>
            </a:r>
            <a:r>
              <a:rPr lang="nl-NL"/>
              <a:t>, </a:t>
            </a:r>
            <a:r>
              <a:rPr lang="nl-NL" err="1"/>
              <a:t>Department</a:t>
            </a:r>
            <a:r>
              <a:rPr lang="nl-NL"/>
              <a:t> of </a:t>
            </a:r>
            <a:r>
              <a:rPr lang="nl-NL" err="1"/>
              <a:t>Mechanical</a:t>
            </a:r>
            <a:r>
              <a:rPr lang="nl-NL"/>
              <a:t> Engineering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425ACD-1796-863D-41DB-6B09E560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6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BBC3A18-B8C2-48C8-761B-01BBCA4E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Content</a:t>
            </a:r>
            <a:endParaRPr lang="nl-NL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191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9395E0-42C7-0600-F52F-9492F05B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C801E6-0C6E-BE61-A7E2-114CFC87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A24B3-8863-2C74-BC16-7C40A1FC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26C7AE-1A37-960E-210E-E2661D18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Functional decompostion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838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2DEC0B12-6505-3B25-3CDA-145C12F7F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Introduction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Environment and constraints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Functional decomposition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sz="3200" b="1">
                <a:solidFill>
                  <a:schemeClr val="tx2"/>
                </a:solidFill>
                <a:latin typeface="Arial"/>
                <a:cs typeface="Arial"/>
              </a:rPr>
              <a:t>Evaluation of ideas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Current proposition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Plan for semester 2</a:t>
            </a:r>
          </a:p>
          <a:p>
            <a:endParaRPr lang="en-GB">
              <a:latin typeface="Arial"/>
              <a:cs typeface="Arial"/>
            </a:endParaRPr>
          </a:p>
          <a:p>
            <a:endParaRPr lang="nl-NL">
              <a:latin typeface="Arial"/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44799AE-7B72-A85D-E205-71801460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Firw</a:t>
            </a:r>
            <a:r>
              <a:rPr lang="nl-NL"/>
              <a:t>, </a:t>
            </a:r>
            <a:r>
              <a:rPr lang="nl-NL" err="1"/>
              <a:t>Department</a:t>
            </a:r>
            <a:r>
              <a:rPr lang="nl-NL"/>
              <a:t> of </a:t>
            </a:r>
            <a:r>
              <a:rPr lang="nl-NL" err="1"/>
              <a:t>Mechanical</a:t>
            </a:r>
            <a:r>
              <a:rPr lang="nl-NL"/>
              <a:t> Engineering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86A1AA-B41B-7A99-648A-9F89C7BF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8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E67B3B-90EA-914E-525A-A96E3F6AA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Content</a:t>
            </a:r>
            <a:endParaRPr lang="nl-NL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7288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84299568-275F-1C14-3E7A-3A07F73AA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dirty="0"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2B8C04D-5C68-B6BE-B9DF-B5AA83A1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8BF4E5D-8B67-B931-9C08-22F197C6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9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60E3C74-9F1A-7389-0900-E88AF480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Arial"/>
                <a:cs typeface="Arial"/>
              </a:rPr>
              <a:t>Generating and Evaluating Ideas – 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9055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C8F2E-D17F-0928-AA2B-858BBCF5F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sz="2200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66CEA-F749-13B5-E082-E6046337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C8A74-B74B-22F2-C661-25EF075A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10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5C6480-BC27-07C2-59B9-0F8F1E92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>
                <a:latin typeface="Arial"/>
                <a:cs typeface="Arial"/>
              </a:rPr>
              <a:t>Generating and Evaluating Ideas – Collection system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37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9C6476-1B71-18A9-058D-871D6ED1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2E655-885F-2C73-02BC-DAF728CF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11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92C452-1A9B-0A59-044E-8D2D7691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Generating and Evaluating Ideas – Collection system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ECF051-D7A5-75DA-4A89-582A2E74B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121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FBC98-2380-41AC-DF69-EEE761D7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A9C7032E-4CD1-F27D-9EBB-31C449CA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Introduction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Environment and constraints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Functional decomposition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solidFill>
                  <a:srgbClr val="2F4D5D"/>
                </a:solidFill>
                <a:latin typeface="Arial"/>
                <a:cs typeface="Arial"/>
              </a:rPr>
              <a:t>Evaluation of ideas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sz="3200" b="1">
                <a:solidFill>
                  <a:srgbClr val="1D8DB0"/>
                </a:solidFill>
                <a:latin typeface="Arial"/>
                <a:cs typeface="Arial"/>
              </a:rPr>
              <a:t>Current proposition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Plan for semester 2</a:t>
            </a:r>
          </a:p>
          <a:p>
            <a:endParaRPr lang="nl-NL">
              <a:latin typeface="Arial"/>
              <a:cs typeface="Arial"/>
            </a:endParaRPr>
          </a:p>
          <a:p>
            <a:endParaRPr lang="nl-NL">
              <a:latin typeface="Arial"/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3F1ACFC-7F73-880E-A7F7-5CC41E62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Firw</a:t>
            </a:r>
            <a:r>
              <a:rPr lang="nl-NL"/>
              <a:t>, </a:t>
            </a:r>
            <a:r>
              <a:rPr lang="nl-NL" err="1"/>
              <a:t>Department</a:t>
            </a:r>
            <a:r>
              <a:rPr lang="nl-NL"/>
              <a:t> of </a:t>
            </a:r>
            <a:r>
              <a:rPr lang="nl-NL" err="1"/>
              <a:t>Mechanical</a:t>
            </a:r>
            <a:r>
              <a:rPr lang="nl-NL"/>
              <a:t> Engineering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90F61A-D420-25EA-1D94-8B8F38F3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12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2BB1A65-B856-26E1-3744-6AA55BB2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Content</a:t>
            </a:r>
            <a:endParaRPr lang="nl-NL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513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713E7AAA-B3E1-18CD-3202-43B172F9E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EDA5615-09AD-936B-AD5C-FF88AC19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9822712-A77B-94B6-4A02-9EBF463E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13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AAB5996-A7B2-5EB7-32DA-1D814DC6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Current Proposition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06EF7-B598-4B61-9588-BA178A376CE9}"/>
              </a:ext>
            </a:extLst>
          </p:cNvPr>
          <p:cNvSpPr/>
          <p:nvPr/>
        </p:nvSpPr>
        <p:spPr>
          <a:xfrm>
            <a:off x="8024445" y="1270089"/>
            <a:ext cx="2552400" cy="177891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68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31AD-DBE5-63E0-D007-23C74E79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53D19B65-16CE-3B83-DE3A-45E4AE97E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nl-NL" dirty="0"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A05C6F4-1C45-6AB7-378B-9102750F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F37046-DE70-BF2D-66D1-C3270E09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14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6064CCA-A01A-B0E5-FD6B-B191C014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Current Proposition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CAD77-3185-080B-F9B8-A019E71D42A3}"/>
              </a:ext>
            </a:extLst>
          </p:cNvPr>
          <p:cNvSpPr txBox="1"/>
          <p:nvPr/>
        </p:nvSpPr>
        <p:spPr>
          <a:xfrm>
            <a:off x="574800" y="12558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/>
              <a:t>Temporarily closing</a:t>
            </a:r>
          </a:p>
        </p:txBody>
      </p:sp>
    </p:spTree>
    <p:extLst>
      <p:ext uri="{BB962C8B-B14F-4D97-AF65-F5344CB8AC3E}">
        <p14:creationId xmlns:p14="http://schemas.microsoft.com/office/powerpoint/2010/main" val="3669418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B8D4-0655-6645-5650-01090C18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6D6307B1-D44E-B656-2691-27E68DB1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2070000"/>
            <a:ext cx="11041200" cy="4464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arenR"/>
            </a:pPr>
            <a:endParaRPr lang="en-GB" dirty="0"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A34D395-5B0E-9EDC-2084-D70D68E7B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CB7B98A-C309-5D59-4406-2719C903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15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F4883C-33F2-5463-1EA6-14DD4358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Arial"/>
                <a:cs typeface="Arial"/>
              </a:rPr>
              <a:t>Current Proposition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688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8CF23-3534-FAD5-15F3-4FE2A04B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C16B0A1E-9F7D-6954-B031-8BBFB0DDC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Introduction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Environment and constraints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latin typeface="Arial"/>
                <a:cs typeface="Arial"/>
              </a:rPr>
              <a:t>Functional decomposition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solidFill>
                  <a:srgbClr val="2F4D5D"/>
                </a:solidFill>
                <a:latin typeface="Arial"/>
                <a:cs typeface="Arial"/>
              </a:rPr>
              <a:t>Evaluation of ideas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>
                <a:solidFill>
                  <a:srgbClr val="2F4D5D"/>
                </a:solidFill>
                <a:latin typeface="Arial"/>
                <a:cs typeface="Arial"/>
              </a:rPr>
              <a:t>Current proposition </a:t>
            </a:r>
          </a:p>
          <a:p>
            <a:pPr>
              <a:buClr>
                <a:srgbClr val="1D8DB0"/>
              </a:buClr>
              <a:buFontTx/>
              <a:buChar char="–"/>
            </a:pPr>
            <a:r>
              <a:rPr lang="en-GB" sz="3200" b="1">
                <a:solidFill>
                  <a:srgbClr val="1D8DB0"/>
                </a:solidFill>
                <a:latin typeface="Arial"/>
                <a:cs typeface="Arial"/>
              </a:rPr>
              <a:t>Plan for semester 2</a:t>
            </a:r>
          </a:p>
          <a:p>
            <a:endParaRPr lang="nl-NL">
              <a:latin typeface="Arial"/>
              <a:cs typeface="Arial"/>
            </a:endParaRPr>
          </a:p>
          <a:p>
            <a:endParaRPr lang="nl-NL">
              <a:latin typeface="Arial"/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60BBB8D-C181-8D1B-87DA-62733511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Firw</a:t>
            </a:r>
            <a:r>
              <a:rPr lang="en-GB"/>
              <a:t>, Department of Mechanical Engineering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C8F8A22-6ED8-D26A-722C-BC6D05BB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16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DE00A17-EE54-4EDB-0D30-8844F42A6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Content</a:t>
            </a:r>
            <a:endParaRPr lang="nl-NL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856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7AFF1A7B-E007-3FD2-ED1D-319CE1576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Dimensioning structures</a:t>
            </a:r>
          </a:p>
          <a:p>
            <a:r>
              <a:rPr lang="en-GB">
                <a:latin typeface="Arial"/>
                <a:cs typeface="Arial"/>
              </a:rPr>
              <a:t>Specification of materials</a:t>
            </a:r>
            <a:endParaRPr lang="en-GB">
              <a:cs typeface="Arial" charset="0"/>
            </a:endParaRPr>
          </a:p>
          <a:p>
            <a:r>
              <a:rPr lang="en-GB">
                <a:latin typeface="Arial"/>
                <a:cs typeface="Arial"/>
              </a:rPr>
              <a:t>CAD modelling</a:t>
            </a:r>
          </a:p>
          <a:p>
            <a:r>
              <a:rPr lang="en-GB">
                <a:latin typeface="Arial"/>
                <a:cs typeface="Arial"/>
              </a:rPr>
              <a:t>Detail presentation + final report and presentation</a:t>
            </a:r>
          </a:p>
          <a:p>
            <a:endParaRPr lang="nl-NL">
              <a:cs typeface="Arial"/>
            </a:endParaRPr>
          </a:p>
          <a:p>
            <a:endParaRPr lang="nl-NL">
              <a:cs typeface="Arial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1574AA3-C94E-06D0-EDB0-6461F473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Firw, Department of Mechanical Engineering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FA07BE-F993-EE92-E850-ECAA1D29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17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0E33381-4BB5-4B05-C8A8-7651440E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Arial"/>
                <a:cs typeface="Arial"/>
              </a:rPr>
              <a:t>Semester 2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68009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6C7FD42805B248BCD1AB6F9683046F" ma:contentTypeVersion="4" ma:contentTypeDescription="Create a new document." ma:contentTypeScope="" ma:versionID="c479da37c5bbf0eeb77dddce3733393c">
  <xsd:schema xmlns:xsd="http://www.w3.org/2001/XMLSchema" xmlns:xs="http://www.w3.org/2001/XMLSchema" xmlns:p="http://schemas.microsoft.com/office/2006/metadata/properties" xmlns:ns2="19fd6173-7c17-4dd1-973a-1c6cc9e8c0c1" targetNamespace="http://schemas.microsoft.com/office/2006/metadata/properties" ma:root="true" ma:fieldsID="7473fe2c5ce0f608a20ab8f3fe08597c" ns2:_="">
    <xsd:import namespace="19fd6173-7c17-4dd1-973a-1c6cc9e8c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d6173-7c17-4dd1-973a-1c6cc9e8c0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441C12-7540-4260-9EC7-0948E859F039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19fd6173-7c17-4dd1-973a-1c6cc9e8c0c1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59C2219-3C07-4BB0-B71B-AB2FA8E0BE78}">
  <ds:schemaRefs>
    <ds:schemaRef ds:uri="19fd6173-7c17-4dd1-973a-1c6cc9e8c0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6AEA806-69E7-46AD-AFDD-87B95D2331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308</Words>
  <Application>Microsoft Office PowerPoint</Application>
  <PresentationFormat>Widescreen</PresentationFormat>
  <Paragraphs>111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KU Leuven</vt:lpstr>
      <vt:lpstr>KU Leuven Sedes</vt:lpstr>
      <vt:lpstr>Silicone dispenser  Gip midterm presentation   </vt:lpstr>
      <vt:lpstr>Introduction</vt:lpstr>
      <vt:lpstr>Content</vt:lpstr>
      <vt:lpstr>Content</vt:lpstr>
      <vt:lpstr>Environment and constraints </vt:lpstr>
      <vt:lpstr>Content</vt:lpstr>
      <vt:lpstr>Functional decompostion</vt:lpstr>
      <vt:lpstr>Content</vt:lpstr>
      <vt:lpstr>Generating and Evaluating Ideas –  </vt:lpstr>
      <vt:lpstr>Generating and Evaluating Ideas – Collection system</vt:lpstr>
      <vt:lpstr>Generating and Evaluating Ideas – Collection system</vt:lpstr>
      <vt:lpstr>Content</vt:lpstr>
      <vt:lpstr>Current Proposition</vt:lpstr>
      <vt:lpstr>Current Proposition</vt:lpstr>
      <vt:lpstr>Current Proposition</vt:lpstr>
      <vt:lpstr>Content</vt:lpstr>
      <vt:lpstr>Semester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2017-09-13T11:47:32Z</dcterms:created>
  <dcterms:modified xsi:type="dcterms:W3CDTF">2026-03-27T17:27:11Z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0x0101007D6C7FD42805B248BCD1AB6F9683046F</vt:lpwstr>
  </property>
</Properties>
</file>